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9" r:id="rId6"/>
    <p:sldId id="287" r:id="rId7"/>
    <p:sldId id="288" r:id="rId8"/>
    <p:sldId id="290" r:id="rId9"/>
    <p:sldId id="286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01" d="100"/>
          <a:sy n="101" d="100"/>
        </p:scale>
        <p:origin x="150" y="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24.04.2025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04239" y="4627825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82" y="5713805"/>
            <a:ext cx="186715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</a:t>
            </a:r>
            <a:r>
              <a:rPr lang="en-US" sz="1600" dirty="0" err="1"/>
              <a:t>FullStory</a:t>
            </a:r>
            <a:r>
              <a:rPr lang="en-US" sz="1600" dirty="0"/>
              <a:t> &amp; Dashboard Updates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3449" y="5635967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7600" y="462782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467600" y="5672102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9763543" y="4627825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7.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92622"/>
            <a:ext cx="7058134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lang="en-US"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25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Rotated Active Agents</a:t>
            </a:r>
            <a:r>
              <a:rPr lang="en-US" sz="1200" dirty="0"/>
              <a:t> – Weekly squad rotation completed.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AWS Zendesk Ticket Monitoring</a:t>
            </a:r>
            <a:r>
              <a:rPr lang="en-US" sz="1200" dirty="0"/>
              <a:t> – Ongoing tracking of AWS-related tickets.</a:t>
            </a:r>
          </a:p>
          <a:p>
            <a:r>
              <a:rPr lang="en-US" sz="1200" dirty="0"/>
              <a:t>✅ Created dedicated Zendesk view to track </a:t>
            </a:r>
            <a:r>
              <a:rPr lang="en-US" sz="1200" b="1" dirty="0"/>
              <a:t>k-signup-request</a:t>
            </a:r>
            <a:r>
              <a:rPr lang="en-US" sz="1200" dirty="0"/>
              <a:t> tickets</a:t>
            </a:r>
          </a:p>
          <a:p>
            <a:r>
              <a:rPr lang="en-US" sz="1200" dirty="0"/>
              <a:t>✅ Set up technical API account and assigned Admin role</a:t>
            </a:r>
          </a:p>
          <a:p>
            <a:endParaRPr lang="en-US" sz="1200" dirty="0"/>
          </a:p>
          <a:p>
            <a:r>
              <a:rPr lang="en-US" sz="1200" dirty="0"/>
              <a:t>✅ Implemented two Zendesk triggers for welcome messages:</a:t>
            </a:r>
          </a:p>
          <a:p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 General welcome for </a:t>
            </a:r>
            <a:r>
              <a:rPr lang="en-US" sz="1200" dirty="0" err="1"/>
              <a:t>Abstra</a:t>
            </a:r>
            <a:r>
              <a:rPr lang="en-US" sz="1200" dirty="0"/>
              <a:t> users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    Personalized welcome for Owkin K users (includes Help Center link)</a:t>
            </a:r>
          </a:p>
          <a:p>
            <a:endParaRPr lang="en-US" sz="1200" dirty="0"/>
          </a:p>
          <a:p>
            <a:r>
              <a:rPr lang="en-US" sz="1200" dirty="0"/>
              <a:t>✅ Messages are sent via email and don’t </a:t>
            </a:r>
            <a:r>
              <a:rPr lang="en-US" sz="1200" b="1" dirty="0"/>
              <a:t>affect First Response Time </a:t>
            </a:r>
            <a:r>
              <a:rPr lang="en-US" sz="1200" dirty="0"/>
              <a:t>✅ Created Zendesk account and assigned Agent license to </a:t>
            </a:r>
            <a:r>
              <a:rPr lang="en-US" sz="1200" b="1" dirty="0"/>
              <a:t>Ness </a:t>
            </a:r>
            <a:r>
              <a:rPr lang="en-US" sz="1200" b="1" dirty="0" err="1"/>
              <a:t>Tchenio</a:t>
            </a:r>
            <a:endParaRPr lang="en-US" sz="1200" b="1" dirty="0"/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 Onboarding session scheduled for April 24 at 15:30 CET</a:t>
            </a:r>
          </a:p>
          <a:p>
            <a:endParaRPr lang="en-US" sz="1200" dirty="0"/>
          </a:p>
          <a:p>
            <a:r>
              <a:rPr lang="en-US" sz="1200" dirty="0"/>
              <a:t>✅ Access request submitted to Security team for </a:t>
            </a:r>
            <a:r>
              <a:rPr lang="en-US" sz="1200" b="1" dirty="0"/>
              <a:t>two CHUV users </a:t>
            </a:r>
            <a:r>
              <a:rPr lang="en-US" sz="1200" dirty="0"/>
              <a:t>(requested by Carla </a:t>
            </a:r>
            <a:r>
              <a:rPr lang="en-US" sz="1200" dirty="0" err="1"/>
              <a:t>Haigneré</a:t>
            </a:r>
            <a:r>
              <a:rPr lang="en-US" sz="1200" dirty="0"/>
              <a:t>)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Focus:</a:t>
            </a:r>
            <a:r>
              <a:rPr lang="en-US" sz="1200" dirty="0"/>
              <a:t> Continuous automation &amp; faster support response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FullStory</a:t>
            </a:r>
            <a:r>
              <a:rPr lang="en-US" dirty="0"/>
              <a:t> &amp; Dashboard Updates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828800"/>
            <a:ext cx="51054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Added key widgets to the Owkin K dashboard: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Visited homepage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Signed-up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% of users with more than one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Average session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Chat history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Top users report</a:t>
            </a:r>
          </a:p>
          <a:p>
            <a:endParaRPr lang="en-US" sz="1400" dirty="0"/>
          </a:p>
          <a:p>
            <a:r>
              <a:rPr lang="en-US" sz="1400" dirty="0"/>
              <a:t>✅ Worked with </a:t>
            </a:r>
            <a:r>
              <a:rPr lang="en-US" sz="1400" dirty="0" err="1"/>
              <a:t>FullStory</a:t>
            </a:r>
            <a:r>
              <a:rPr lang="en-US" sz="1400" dirty="0"/>
              <a:t> support to configure </a:t>
            </a:r>
            <a:r>
              <a:rPr lang="en-US" sz="1400" b="1" dirty="0"/>
              <a:t>advanced session metrics</a:t>
            </a:r>
          </a:p>
          <a:p>
            <a:r>
              <a:rPr lang="en-US" sz="1400" dirty="0"/>
              <a:t>✅ Requested quote to potentially split Owkin K into a separate </a:t>
            </a:r>
            <a:r>
              <a:rPr lang="en-US" sz="1400" dirty="0" err="1"/>
              <a:t>FullStory</a:t>
            </a:r>
            <a:r>
              <a:rPr lang="en-US" sz="1400" dirty="0"/>
              <a:t> account</a:t>
            </a:r>
          </a:p>
          <a:p>
            <a:r>
              <a:rPr lang="en-US" sz="1400" dirty="0"/>
              <a:t>✅ Advised internal team to always apply custom filters before analyzing data (to exclude irrelevant sessions)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93AF1-5CDF-4862-BA0A-638C65A7B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28800"/>
            <a:ext cx="6815667" cy="443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66320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Completed migration of </a:t>
            </a:r>
            <a:r>
              <a:rPr lang="en-US" sz="1200" dirty="0" err="1"/>
              <a:t>Abstra</a:t>
            </a:r>
            <a:r>
              <a:rPr lang="en-US" sz="1200" dirty="0"/>
              <a:t> documentation to Notion</a:t>
            </a:r>
          </a:p>
          <a:p>
            <a:endParaRPr lang="en-US" sz="1200" dirty="0"/>
          </a:p>
          <a:p>
            <a:r>
              <a:rPr lang="en-US" sz="1200" dirty="0"/>
              <a:t>    New structure with toggle lists for better readability</a:t>
            </a:r>
          </a:p>
          <a:p>
            <a:r>
              <a:rPr lang="en-US" sz="1200" dirty="0"/>
              <a:t>    Link to Notion page shared internally</a:t>
            </a:r>
          </a:p>
          <a:p>
            <a:r>
              <a:rPr lang="en-US" sz="1200" dirty="0"/>
              <a:t>    Currently working on migrating visuals (images/videos)</a:t>
            </a:r>
          </a:p>
          <a:p>
            <a:endParaRPr lang="en-US" sz="1200" dirty="0"/>
          </a:p>
          <a:p>
            <a:r>
              <a:rPr lang="en-US" sz="1200" dirty="0"/>
              <a:t>✅ Improving onboarding process for external users: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 Collected emails, VPN IPs, and institution info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 IP whitelisting and account creation pending Security approval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9C452-B45E-4508-A99A-3B628FAC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592622"/>
            <a:ext cx="576450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2406" y="1438033"/>
            <a:ext cx="47667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dirty="0" err="1"/>
              <a:t>FullStory</a:t>
            </a:r>
            <a:r>
              <a:rPr lang="en-US" sz="1400" dirty="0"/>
              <a:t> parameter instability issue identified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Custom parameters intermittently missing from session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Ticket opened with </a:t>
            </a:r>
            <a:r>
              <a:rPr lang="en-US" sz="1400" dirty="0" err="1"/>
              <a:t>FullStory</a:t>
            </a:r>
            <a:r>
              <a:rPr lang="en-US" sz="1400" dirty="0"/>
              <a:t> support (fix pending)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Internal reminder shared to verify parameter status before analysis</a:t>
            </a:r>
          </a:p>
          <a:p>
            <a:endParaRPr lang="en-US" sz="1400" dirty="0"/>
          </a:p>
          <a:p>
            <a:r>
              <a:rPr lang="en-US" sz="1400" dirty="0"/>
              <a:t>✅ SurveySparrow invoice issue identified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   Forwarded to Sophie Zheng and escalated due to live widget in Owkin K production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E926D-BCBE-431A-9F0A-F97DA464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203084"/>
            <a:ext cx="5416118" cy="192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 Improvements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✅ Help Center updates completed: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Public access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FAQ section redesigned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SurveySparrow questions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MOSAIC dataset description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Promoted articles refreshed</a:t>
            </a:r>
          </a:p>
          <a:p>
            <a:endParaRPr lang="en-US" dirty="0"/>
          </a:p>
          <a:p>
            <a:r>
              <a:rPr lang="en-US" dirty="0"/>
              <a:t>    ✅ Coordinated FAQ restructuring with </a:t>
            </a:r>
            <a:r>
              <a:rPr lang="en-US" dirty="0" err="1"/>
              <a:t>Émilie</a:t>
            </a:r>
            <a:r>
              <a:rPr lang="en-US" dirty="0"/>
              <a:t> </a:t>
            </a:r>
            <a:r>
              <a:rPr lang="en-US" dirty="0" err="1"/>
              <a:t>Boissady</a:t>
            </a:r>
            <a:endParaRPr lang="en-US" dirty="0"/>
          </a:p>
          <a:p>
            <a:endParaRPr lang="en-US" dirty="0"/>
          </a:p>
          <a:p>
            <a:r>
              <a:rPr lang="en-US" dirty="0"/>
              <a:t>Updated entries: Sharing results, Access control, Password reset, Data sources, Data analysis requirements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89826"/>
            <a:ext cx="6213196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Monitor </a:t>
            </a:r>
            <a:r>
              <a:rPr lang="en-US" dirty="0" err="1"/>
              <a:t>FullStory</a:t>
            </a:r>
            <a:r>
              <a:rPr lang="en-US" dirty="0"/>
              <a:t> dashboard daily and validate filtering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Evaluate impact of new widgets on session tracking and conversion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Finalize visual migration of </a:t>
            </a:r>
            <a:r>
              <a:rPr lang="en-US" dirty="0" err="1"/>
              <a:t>Abstra</a:t>
            </a:r>
            <a:r>
              <a:rPr lang="en-US" dirty="0"/>
              <a:t> documentation in Notion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Follow up on </a:t>
            </a:r>
            <a:r>
              <a:rPr lang="en-US" dirty="0" err="1"/>
              <a:t>FullStory</a:t>
            </a:r>
            <a:r>
              <a:rPr lang="en-US" dirty="0"/>
              <a:t> ticket related to parameter stability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Confirm payment resolution for SurveySparrow subscription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Continue CHUV onboarding once Security gives the green light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24.04.2025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2887</TotalTime>
  <Words>729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Abstra</vt:lpstr>
      <vt:lpstr>Agenda</vt:lpstr>
      <vt:lpstr>Zendesk Support &amp; Performance Update</vt:lpstr>
      <vt:lpstr>FullStory &amp; Dashboard Updates</vt:lpstr>
      <vt:lpstr>Infra &amp; Product Coordination</vt:lpstr>
      <vt:lpstr>Reported &amp; Tracked Issues</vt:lpstr>
      <vt:lpstr>Visual &amp; Helpdesk Improvements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48</cp:revision>
  <dcterms:created xsi:type="dcterms:W3CDTF">2025-01-30T08:33:59Z</dcterms:created>
  <dcterms:modified xsi:type="dcterms:W3CDTF">2025-04-29T07:48:08Z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