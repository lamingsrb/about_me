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9" r:id="rId5"/>
    <p:sldId id="291" r:id="rId6"/>
    <p:sldId id="287" r:id="rId7"/>
    <p:sldId id="288" r:id="rId8"/>
    <p:sldId id="290" r:id="rId9"/>
    <p:sldId id="286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03" d="100"/>
          <a:sy n="103" d="100"/>
        </p:scale>
        <p:origin x="75" y="3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Ewa-Kondratowicz-CSE-Onboarding-1f19d6c3b1238005946edc40ac184dc1?pvs=2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03.06.2025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92622"/>
            <a:ext cx="7058134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lang="en-US"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8238" y="1405717"/>
            <a:ext cx="5638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🔁 Agent Licenses &amp; Access: </a:t>
            </a:r>
            <a:r>
              <a:rPr lang="en-US" sz="1200" dirty="0"/>
              <a:t>Agent licenses assigned to Greg </a:t>
            </a:r>
            <a:r>
              <a:rPr lang="en-US" sz="1200" dirty="0" err="1"/>
              <a:t>Dayet</a:t>
            </a:r>
            <a:r>
              <a:rPr lang="en-US" sz="1200" dirty="0"/>
              <a:t> and Anastasia </a:t>
            </a:r>
            <a:r>
              <a:rPr lang="en-US" sz="1200" dirty="0" err="1"/>
              <a:t>Lieva</a:t>
            </a:r>
            <a:r>
              <a:rPr lang="en-US" sz="1200" dirty="0"/>
              <a:t> (upgrade from Light Agent).</a:t>
            </a:r>
            <a:br>
              <a:rPr lang="en-US" sz="1200" dirty="0"/>
            </a:br>
            <a:r>
              <a:rPr lang="en-US" sz="1200" dirty="0"/>
              <a:t>Requested access to AWS to prepare cloud migration for reporting scripts.📊 </a:t>
            </a:r>
          </a:p>
          <a:p>
            <a:endParaRPr lang="en-US" sz="1200" dirty="0"/>
          </a:p>
          <a:p>
            <a:r>
              <a:rPr lang="en-US" sz="1200" b="1" dirty="0"/>
              <a:t>⚙️ Automation:</a:t>
            </a:r>
          </a:p>
          <a:p>
            <a:endParaRPr lang="en-US" sz="1200" dirty="0"/>
          </a:p>
          <a:p>
            <a:r>
              <a:rPr lang="en-US" sz="1200" dirty="0"/>
              <a:t>Python script created to automate daily Zendesk signup reports.</a:t>
            </a:r>
            <a:br>
              <a:rPr lang="en-US" sz="1200" dirty="0"/>
            </a:br>
            <a:r>
              <a:rPr lang="en-US" sz="1200" dirty="0"/>
              <a:t>Preparing for deployment via </a:t>
            </a:r>
            <a:r>
              <a:rPr lang="en-US" sz="1200" b="1" dirty="0"/>
              <a:t>AWS Lambda </a:t>
            </a:r>
            <a:r>
              <a:rPr lang="en-US" sz="1200" dirty="0"/>
              <a:t>or </a:t>
            </a:r>
            <a:r>
              <a:rPr lang="en-US" sz="1200" b="1" dirty="0"/>
              <a:t>Okta Workflows.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Script supports: 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Tag-based filtering </a:t>
            </a:r>
            <a:r>
              <a:rPr lang="en-US" sz="1200" dirty="0"/>
              <a:t>(</a:t>
            </a:r>
            <a:r>
              <a:rPr lang="en-US" sz="1200" dirty="0" err="1"/>
              <a:t>owkin_k_support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Auto-categorization</a:t>
            </a:r>
            <a:r>
              <a:rPr lang="en-US" sz="1200" dirty="0"/>
              <a:t> (approved, rejected, waitlist)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ID-to-email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Excel export with summary tab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r>
              <a:rPr lang="en-US" sz="1200" dirty="0"/>
              <a:t>👋 </a:t>
            </a:r>
            <a:r>
              <a:rPr lang="en-US" sz="1200" b="1" dirty="0"/>
              <a:t>Onboarding &amp; Internal Coordination: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Initiated onboarding for </a:t>
            </a:r>
            <a:r>
              <a:rPr lang="en-US" sz="1200" b="1" dirty="0"/>
              <a:t>Ewa Kondratowicz</a:t>
            </a:r>
            <a:r>
              <a:rPr lang="en-US" sz="1200" dirty="0"/>
              <a:t>: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Personalized Notion onboarding hub created with product process documentation (Owkin K User Guide)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Welcome email with all links and context for 1:1 onboarding session held (May 12, 3–4 PM):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Presented Zendesk setup, processes, and </a:t>
            </a:r>
            <a:r>
              <a:rPr lang="en-US" sz="1200" dirty="0" err="1"/>
              <a:t>toolsTook</a:t>
            </a:r>
            <a:r>
              <a:rPr lang="en-US" sz="1200" dirty="0"/>
              <a:t> ownership of her </a:t>
            </a:r>
            <a:r>
              <a:rPr lang="en-US" sz="1200" dirty="0" err="1"/>
              <a:t>onboarding:Requested</a:t>
            </a:r>
            <a:r>
              <a:rPr lang="en-US" sz="1200" dirty="0"/>
              <a:t> creation of Owkin email address, Coordinating full access setup, Will guide her through all future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Zendesk – Automated Report for Owkin K Signups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371662" y="1330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6486" y="1295063"/>
            <a:ext cx="5087691" cy="48006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0A8DFA0-82A6-4B57-951C-0B638EFE3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37883"/>
            <a:ext cx="5334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script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for automatic daily reporting of Zendesk tickets tagged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owkin_k_support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Pulls tickets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 &amp; time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Categorizes by subject + status: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= Approved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= Rejected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= Waitlist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requester_id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avg. resolution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Excel file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Tickets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 (raw data)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Summary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 (aggregates)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transparent and scalable monitoring of support trends related to K-Navigator onboarding.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200" dirty="0"/>
              <a:t>Continued improvement of the </a:t>
            </a:r>
            <a:r>
              <a:rPr lang="en-US" sz="1200" b="1" dirty="0"/>
              <a:t>automated daily signup reporting script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Added pagination, UTC time alignment, fallback saving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Output includes summary + detailed Excel sheets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Date input validation and improved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4953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Cordinated</a:t>
            </a:r>
            <a:r>
              <a:rPr lang="en-US" sz="1200" dirty="0"/>
              <a:t> external user onboarding (CHUV)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After approving account in Cognito, manually notified Owkin K users by email due to lack of automated confirmation.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Supported SurveySparrow survey request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    – Provided direct public link </a:t>
            </a:r>
            <a:r>
              <a:rPr lang="en-US" sz="1200" b="1" dirty="0"/>
              <a:t>to the existing NPS survey</a:t>
            </a:r>
            <a:br>
              <a:rPr lang="en-US" sz="1200" dirty="0"/>
            </a:br>
            <a:r>
              <a:rPr lang="en-US" sz="1200" dirty="0"/>
              <a:t>    – Confirmed no login is needed</a:t>
            </a:r>
            <a:br>
              <a:rPr lang="en-US" sz="1200" dirty="0"/>
            </a:br>
            <a:r>
              <a:rPr lang="en-US" sz="1200" dirty="0"/>
              <a:t>    – Verified that responses are consolidated with widget-based submissions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Working on the detecting different Owkin K issues, and reporting them.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Granted AWS Cognito access, currently managing K-Navigator user approvals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Deployed </a:t>
            </a:r>
            <a:r>
              <a:rPr lang="en-US" sz="1200" dirty="0" err="1"/>
              <a:t>WireGuard</a:t>
            </a:r>
            <a:r>
              <a:rPr lang="en-US" sz="1200" dirty="0"/>
              <a:t> VPN access for multiple external users with setup guides</a:t>
            </a:r>
          </a:p>
          <a:p>
            <a:endParaRPr lang="en-US" sz="1200" dirty="0"/>
          </a:p>
          <a:p>
            <a:r>
              <a:rPr lang="en-US" sz="1200" dirty="0"/>
              <a:t>Held 1:1 sessions with Hackathon users to restore access after IP changes</a:t>
            </a:r>
          </a:p>
          <a:p>
            <a:endParaRPr lang="en-US" sz="1200" dirty="0"/>
          </a:p>
          <a:p>
            <a:r>
              <a:rPr lang="en-US" sz="1200" dirty="0"/>
              <a:t>Collaborated with Product, AI, and IT teams on onboarding flow improvements and permission coordination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21" y="914400"/>
            <a:ext cx="601261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" y="1467211"/>
            <a:ext cx="49613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Investigated issue: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widget not showing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cookies are rejected on first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fallback: always display button → redirect to SurveySparrow if cookies blocked.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implemented by Jeremy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ticket [K-806] updated and Slack summary shared.</a:t>
            </a: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3 </a:t>
            </a:r>
            <a:r>
              <a:rPr lang="en-US" sz="1200" b="1" dirty="0"/>
              <a:t>Zendesk onboarding</a:t>
            </a:r>
            <a:r>
              <a:rPr lang="en-US" sz="1200" dirty="0"/>
              <a:t> sessions completed</a:t>
            </a:r>
            <a:br>
              <a:rPr lang="en-US" sz="1200" dirty="0"/>
            </a:br>
            <a:r>
              <a:rPr lang="en-US" sz="1200" dirty="0"/>
              <a:t>    – Presented Zendesk features, support process, and internal tools</a:t>
            </a:r>
            <a:br>
              <a:rPr lang="en-US" sz="1200" dirty="0"/>
            </a:br>
            <a:r>
              <a:rPr lang="en-US" sz="1200" dirty="0"/>
              <a:t>✅ Created </a:t>
            </a:r>
            <a:r>
              <a:rPr lang="en-US" sz="1200" b="1" dirty="0"/>
              <a:t>Zendesk view</a:t>
            </a:r>
            <a:r>
              <a:rPr lang="en-US" sz="1200" dirty="0"/>
              <a:t> for Owkin K signups tracking</a:t>
            </a:r>
            <a:br>
              <a:rPr lang="en-US" sz="1200" dirty="0"/>
            </a:br>
            <a:r>
              <a:rPr lang="en-US" sz="1200" dirty="0"/>
              <a:t>    – To support easier Cognito approvals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89826"/>
            <a:ext cx="6213196" cy="449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3548B-0E63-482A-8D03-E3B96088F6BB}"/>
              </a:ext>
            </a:extLst>
          </p:cNvPr>
          <p:cNvSpPr txBox="1"/>
          <p:nvPr/>
        </p:nvSpPr>
        <p:spPr>
          <a:xfrm>
            <a:off x="80319" y="2295061"/>
            <a:ext cx="49313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Validated dataset access for Hackathon participants</a:t>
            </a:r>
            <a:br>
              <a:rPr lang="en-US" sz="1200" dirty="0"/>
            </a:br>
            <a:r>
              <a:rPr lang="en-US" sz="1200" dirty="0"/>
              <a:t>    – Confirmed access in </a:t>
            </a:r>
            <a:r>
              <a:rPr lang="en-US" sz="1200" dirty="0" err="1"/>
              <a:t>Abstra</a:t>
            </a:r>
            <a:r>
              <a:rPr lang="en-US" sz="1200" dirty="0"/>
              <a:t> for all three teams</a:t>
            </a:r>
            <a:br>
              <a:rPr lang="en-US" sz="1200" dirty="0"/>
            </a:br>
            <a:r>
              <a:rPr lang="en-US" sz="1200" dirty="0"/>
              <a:t>✅ Supported and follow-up on additional datasets which they required.</a:t>
            </a:r>
          </a:p>
          <a:p>
            <a:endParaRPr lang="en-US" sz="1200" dirty="0"/>
          </a:p>
          <a:p>
            <a:r>
              <a:rPr lang="en-US" sz="1200" dirty="0"/>
              <a:t>💡 </a:t>
            </a:r>
            <a:r>
              <a:rPr lang="en-US" sz="1200" b="1" dirty="0" err="1"/>
              <a:t>PostHog</a:t>
            </a:r>
            <a:r>
              <a:rPr lang="en-US" sz="1200" b="1" dirty="0"/>
              <a:t> evaluation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Tool researched as unified solution to replace </a:t>
            </a:r>
            <a:r>
              <a:rPr lang="en-US" sz="1200" dirty="0" err="1"/>
              <a:t>FullStory</a:t>
            </a:r>
            <a:r>
              <a:rPr lang="en-US" sz="1200" dirty="0"/>
              <a:t>, SurveySparrow &amp; GA.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Feature analysis included:</a:t>
            </a:r>
          </a:p>
          <a:p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Session tracking, heatmaps, feedback, A/B testing, </a:t>
            </a:r>
            <a:r>
              <a:rPr lang="en-US" sz="1200" dirty="0" err="1"/>
              <a:t>cookieless</a:t>
            </a:r>
            <a:r>
              <a:rPr lang="en-US" sz="1200" dirty="0"/>
              <a:t> analytics.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CE039-4EB7-4635-A761-2E1A0E95BAD1}"/>
              </a:ext>
            </a:extLst>
          </p:cNvPr>
          <p:cNvSpPr txBox="1"/>
          <p:nvPr/>
        </p:nvSpPr>
        <p:spPr>
          <a:xfrm>
            <a:off x="32857" y="5085626"/>
            <a:ext cx="60946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Improvements &amp; Tooling: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Completed onboarding for new CSE team member – Notion hub with all resources and walkthroughs</a:t>
            </a:r>
          </a:p>
          <a:p>
            <a:r>
              <a:rPr lang="en-US" sz="1400" dirty="0"/>
              <a:t>👉 </a:t>
            </a:r>
            <a:r>
              <a:rPr lang="en-US" sz="1400" dirty="0">
                <a:hlinkClick r:id="rId3"/>
              </a:rPr>
              <a:t>Ewa Kondratowicz – CSE Onboarding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Standardized templates and onboarding documents for future hires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☁️ Migrate Zendesk report script to AWS/Okta for automated daily delivery.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✅ </a:t>
            </a:r>
            <a:r>
              <a:rPr lang="en-US" dirty="0" err="1"/>
              <a:t>Ewa’s</a:t>
            </a:r>
            <a:r>
              <a:rPr lang="en-US" dirty="0"/>
              <a:t> access setup.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🤝 Guide Ewa through full onboarding journeys.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📊 Track impact of fallback widget logic in </a:t>
            </a:r>
            <a:r>
              <a:rPr lang="en-US" dirty="0" err="1"/>
              <a:t>FullStory</a:t>
            </a:r>
            <a:r>
              <a:rPr lang="en-US" dirty="0"/>
              <a:t> sessions.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📥 Continue daily exports of signup ticket reports to Google Drive.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Regular support for K-Navigator users, </a:t>
            </a:r>
            <a:r>
              <a:rPr lang="en-US" dirty="0" err="1"/>
              <a:t>inproving</a:t>
            </a:r>
            <a:r>
              <a:rPr lang="en-US" dirty="0"/>
              <a:t> processes. 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3036</TotalTime>
  <Words>967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Tahoma</vt:lpstr>
      <vt:lpstr>Office Theme</vt:lpstr>
      <vt:lpstr>Abstra</vt:lpstr>
      <vt:lpstr>Agenda</vt:lpstr>
      <vt:lpstr>Zendesk Support &amp; Performance Update</vt:lpstr>
      <vt:lpstr>Zendesk – Automated Report for Owkin K Signups</vt:lpstr>
      <vt:lpstr>Infra &amp; Product Coordination</vt:lpstr>
      <vt:lpstr>Reported &amp; Tracked Issues</vt:lpstr>
      <vt:lpstr>Visual &amp; Helpdesk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60</cp:revision>
  <dcterms:created xsi:type="dcterms:W3CDTF">2025-01-30T08:33:59Z</dcterms:created>
  <dcterms:modified xsi:type="dcterms:W3CDTF">2025-06-10T07:52:52Z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