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1" r:id="rId4"/>
    <p:sldId id="287" r:id="rId5"/>
    <p:sldId id="288" r:id="rId6"/>
    <p:sldId id="292" r:id="rId7"/>
    <p:sldId id="290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rive.google.com/drive/u/0/folders/10MiSj5pSHW3-a3PIz5Bk8JLNZAKEDo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u/0/folders/1HB4OG_FOkLs1__MWlZbi7ZuWJ1mHhzw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notion.so/owkin-1/PostHog-Pilot-Plan-Next-2-Weeks-July-22-August-2-2025-2389d6c3b12380adb48bf70d40e2204a?source=copy_lin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24.07.2025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Operational &amp; Reporting Highlights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Technical Support &amp; Escalations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 Delivery &amp; Ticket Metrics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6" y="5635965"/>
            <a:ext cx="225264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</a:t>
            </a:r>
            <a:r>
              <a:rPr lang="en-US" sz="1600" dirty="0" err="1"/>
              <a:t>PostHog</a:t>
            </a:r>
            <a:r>
              <a:rPr lang="en-US" sz="1600" dirty="0"/>
              <a:t> Integration (Phase 1)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KPIs &amp;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Operational &amp; Reporting Highlights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65370" y="1905000"/>
            <a:ext cx="4953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Zendesk Operations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Managed weekly agent rotation for consistent ticket coverage.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SLA target: 2h → maintained avg. first response under 30 minutes.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Took lead on triaging all K and </a:t>
            </a:r>
            <a:r>
              <a:rPr lang="en-US" sz="1200" dirty="0" err="1"/>
              <a:t>Abstra</a:t>
            </a:r>
            <a:r>
              <a:rPr lang="en-US" sz="1200" dirty="0"/>
              <a:t> tickets.</a:t>
            </a:r>
          </a:p>
          <a:p>
            <a:endParaRPr lang="en-US" sz="1200" dirty="0"/>
          </a:p>
          <a:p>
            <a:r>
              <a:rPr lang="en-US" sz="1200" b="1" dirty="0"/>
              <a:t>Signup Metrics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Daily Python script generates K signup reports.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Enhanced with tabs: Tickets, Weekly Summary, Approved/Rejected, High-Value Leads.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Report archive:</a:t>
            </a:r>
          </a:p>
          <a:p>
            <a:r>
              <a:rPr lang="en-US" sz="1200" dirty="0"/>
              <a:t> 👉 </a:t>
            </a:r>
            <a:r>
              <a:rPr lang="en-US" sz="1200" dirty="0">
                <a:hlinkClick r:id="rId2"/>
              </a:rPr>
              <a:t>K Signup Reports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8326" y="1647050"/>
            <a:ext cx="6310731" cy="36869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D40705-8912-4A55-BC8D-BA3FD02D4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044352"/>
              </p:ext>
            </p:extLst>
          </p:nvPr>
        </p:nvGraphicFramePr>
        <p:xfrm>
          <a:off x="517426" y="4130106"/>
          <a:ext cx="4495800" cy="1097280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168394523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875838959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0582681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15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Owkin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~55%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663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Abstra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~45%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646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Technical Support &amp; Escalations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0200" y="1583878"/>
            <a:ext cx="6711055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9" y="1752600"/>
            <a:ext cx="496138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L2 Issue 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Directly resolved: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VPN setup &amp;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WireGuard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issues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failures &amp; login problems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whitelisting &amp; certificate errors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and connectivity edge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Support &amp; Onboarding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Guided external users (e.g. Hackathon teams, MOSAIC) via Slack and Google Meet.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smooth onboarding and config delivery.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 Delivery &amp; Ticket Metrics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Report Sharing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Distributed signup and customer reports to Ness, Adrien, and other stakeholders.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Tailored views for Product, Strategy, and Support.</a:t>
            </a:r>
            <a:br>
              <a:rPr lang="en-US" sz="1200" dirty="0"/>
            </a:br>
            <a:r>
              <a:rPr lang="en-US" sz="1200" dirty="0"/>
              <a:t> 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585473"/>
            <a:ext cx="6213196" cy="44958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74F648-537E-4E90-9CD6-3D6A09210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366290"/>
              </p:ext>
            </p:extLst>
          </p:nvPr>
        </p:nvGraphicFramePr>
        <p:xfrm>
          <a:off x="225764" y="3144676"/>
          <a:ext cx="5867400" cy="1097280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3055384959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3330880413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3947093642"/>
                    </a:ext>
                  </a:extLst>
                </a:gridCol>
              </a:tblGrid>
              <a:tr h="269399">
                <a:tc>
                  <a:txBody>
                    <a:bodyPr/>
                    <a:lstStyle/>
                    <a:p>
                      <a:r>
                        <a:rPr lang="en-US"/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841396"/>
                  </a:ext>
                </a:extLst>
              </a:tr>
              <a:tr h="269399">
                <a:tc>
                  <a:txBody>
                    <a:bodyPr/>
                    <a:lstStyle/>
                    <a:p>
                      <a:r>
                        <a:rPr lang="en-US" b="1"/>
                        <a:t>Owkin 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51045"/>
                  </a:ext>
                </a:extLst>
              </a:tr>
              <a:tr h="269399">
                <a:tc>
                  <a:txBody>
                    <a:bodyPr/>
                    <a:lstStyle/>
                    <a:p>
                      <a:r>
                        <a:rPr lang="en-US" b="1"/>
                        <a:t>Abstra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37851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E551F5C-0B35-4736-95F6-6C2D81EE33A5}"/>
              </a:ext>
            </a:extLst>
          </p:cNvPr>
          <p:cNvSpPr txBox="1"/>
          <p:nvPr/>
        </p:nvSpPr>
        <p:spPr>
          <a:xfrm>
            <a:off x="206190" y="2714719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Ticket Breakdown (Apr–Jul 18)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E25A33-4319-4952-ADEA-3B0A3F10871F}"/>
              </a:ext>
            </a:extLst>
          </p:cNvPr>
          <p:cNvSpPr txBox="1"/>
          <p:nvPr/>
        </p:nvSpPr>
        <p:spPr>
          <a:xfrm>
            <a:off x="112163" y="4475684"/>
            <a:ext cx="6094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K tickets: Signup &amp; access</a:t>
            </a:r>
          </a:p>
          <a:p>
            <a:r>
              <a:rPr lang="en-US" sz="1600" dirty="0"/>
              <a:t> </a:t>
            </a:r>
            <a:r>
              <a:rPr lang="en-US" sz="1600" dirty="0" err="1"/>
              <a:t>Abstra</a:t>
            </a:r>
            <a:r>
              <a:rPr lang="en-US" sz="1600" dirty="0"/>
              <a:t>: Infra support &amp; onboarding</a:t>
            </a:r>
          </a:p>
          <a:p>
            <a:endParaRPr lang="en-US" sz="1600" dirty="0"/>
          </a:p>
          <a:p>
            <a:r>
              <a:rPr lang="en-US" sz="1600" dirty="0">
                <a:hlinkClick r:id="rId3"/>
              </a:rPr>
              <a:t>👉 Monthly Reports Drive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PostHog</a:t>
            </a:r>
            <a:r>
              <a:rPr lang="en-US" dirty="0"/>
              <a:t> Integration (Phase 1)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Setup &amp; Dashboard Creation</a:t>
            </a:r>
          </a:p>
          <a:p>
            <a:endParaRPr lang="en-US" sz="1200" dirty="0"/>
          </a:p>
          <a:p>
            <a:r>
              <a:rPr lang="en-US" sz="1200" dirty="0"/>
              <a:t>Collaborated with Adrien to integrate </a:t>
            </a:r>
            <a:r>
              <a:rPr lang="en-US" sz="1200" dirty="0" err="1"/>
              <a:t>PostHog</a:t>
            </a:r>
            <a:r>
              <a:rPr lang="en-US" sz="1200" dirty="0"/>
              <a:t> into K-Navigator frontend.</a:t>
            </a:r>
          </a:p>
          <a:p>
            <a:endParaRPr lang="en-US" sz="1200" dirty="0"/>
          </a:p>
          <a:p>
            <a:r>
              <a:rPr lang="en-US" sz="1200" b="1" dirty="0"/>
              <a:t>Created 2 dashboards: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DevOps Insights (Engineering)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Strategy Pulse (Product Leadership)</a:t>
            </a:r>
          </a:p>
          <a:p>
            <a:endParaRPr lang="en-US" sz="1200" dirty="0"/>
          </a:p>
          <a:p>
            <a:r>
              <a:rPr lang="en-US" sz="1200" b="1" dirty="0"/>
              <a:t>Access Setup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Added all users manually due to free plan limitations.</a:t>
            </a:r>
          </a:p>
          <a:p>
            <a:endParaRPr lang="en-US" sz="1200" dirty="0"/>
          </a:p>
          <a:p>
            <a:r>
              <a:rPr lang="en-US" sz="1200" b="1" dirty="0"/>
              <a:t>Analytics Events Defined: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autocapture</a:t>
            </a:r>
            <a:r>
              <a:rPr lang="en-US" sz="12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rageclick</a:t>
            </a:r>
            <a:r>
              <a:rPr lang="en-US" sz="12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signup_successful</a:t>
            </a:r>
            <a:r>
              <a:rPr lang="en-US" sz="1200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web vitals, etc.</a:t>
            </a:r>
            <a:br>
              <a:rPr lang="en-US" sz="1200" dirty="0"/>
            </a:br>
            <a:r>
              <a:rPr lang="en-US" sz="1200" dirty="0"/>
              <a:t> 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0B307-B0B5-4837-A3FE-A9635F03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328" y="506667"/>
            <a:ext cx="5325155" cy="576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6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KPIs &amp; 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609600" y="1752600"/>
            <a:ext cx="609460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KPI Mapping from </a:t>
            </a:r>
            <a:r>
              <a:rPr lang="en-US" sz="1400" dirty="0" err="1"/>
              <a:t>FullStory</a:t>
            </a:r>
            <a:r>
              <a:rPr lang="en-US" sz="1400" dirty="0"/>
              <a:t> → </a:t>
            </a:r>
            <a:r>
              <a:rPr lang="en-US" sz="1400" dirty="0" err="1"/>
              <a:t>PostHog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🟦 Strategy Dashboard: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DAU / WAU /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Funnel Completion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Device/Country breakdown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Chat history analysis</a:t>
            </a:r>
          </a:p>
          <a:p>
            <a:endParaRPr lang="en-US" sz="1400" dirty="0"/>
          </a:p>
          <a:p>
            <a:r>
              <a:rPr lang="en-US" sz="1400" b="1" dirty="0"/>
              <a:t>🟩 Engineering Dashboard: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Session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Rage/Error clicks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Web Vitals (LCP, CLS)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Heatmaps &amp; feature flags</a:t>
            </a:r>
          </a:p>
          <a:p>
            <a:endParaRPr lang="en-US" sz="1400" dirty="0"/>
          </a:p>
          <a:p>
            <a:r>
              <a:rPr lang="en-US" sz="1400" b="1" dirty="0"/>
              <a:t>Next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Finalize dashboards &amp; launch pilot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Run UX validation with Adrien (Week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Continue report exports + monitor </a:t>
            </a:r>
            <a:r>
              <a:rPr lang="en-US" sz="1400" dirty="0" err="1"/>
              <a:t>FullStory</a:t>
            </a:r>
            <a:r>
              <a:rPr lang="en-US" sz="1400" dirty="0"/>
              <a:t> for K funnel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The plan of implementation: </a:t>
            </a:r>
            <a:r>
              <a:rPr lang="en-US" sz="1400" dirty="0">
                <a:hlinkClick r:id="rId2"/>
              </a:rPr>
              <a:t>Here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EA042-BF6C-4BC0-9127-40A6C4A51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48" y="598066"/>
            <a:ext cx="5234282" cy="56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24.07.2025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18119</TotalTime>
  <Words>611</Words>
  <Application>Microsoft Office PowerPoint</Application>
  <PresentationFormat>Widescreen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Operational &amp; Reporting Highlights</vt:lpstr>
      <vt:lpstr>Technical Support &amp; Escalations</vt:lpstr>
      <vt:lpstr>Report Delivery &amp; Ticket Metrics</vt:lpstr>
      <vt:lpstr>PostHog Integration (Phase 1)</vt:lpstr>
      <vt:lpstr>KPIs &amp; 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72</cp:revision>
  <dcterms:created xsi:type="dcterms:W3CDTF">2025-01-30T08:33:59Z</dcterms:created>
  <dcterms:modified xsi:type="dcterms:W3CDTF">2025-08-03T18:48:05Z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