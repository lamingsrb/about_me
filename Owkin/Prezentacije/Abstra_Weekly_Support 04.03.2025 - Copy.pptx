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7" r:id="rId6"/>
    <p:sldId id="285" r:id="rId7"/>
    <p:sldId id="288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04.03.2025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04239" y="4627825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882" y="5713805"/>
            <a:ext cx="18671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NPS Tool Implementation Progress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3449" y="5635967"/>
            <a:ext cx="20745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Key Metrics &amp; Performance Highlights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7600" y="4627825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 &amp; Focus Areas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467600" y="5672102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Ticket Management &amp; Optimization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04.03.2025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1" y="1447800"/>
            <a:ext cx="5257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b="1" dirty="0"/>
              <a:t>Significant improvements in ticket workflow: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First response time stabilized at 21 minutes</a:t>
            </a:r>
            <a:r>
              <a:rPr lang="en-US" sz="1200" dirty="0"/>
              <a:t> – </a:t>
            </a:r>
            <a:r>
              <a:rPr lang="en-US" sz="1200" b="1" dirty="0"/>
              <a:t>4x faster than December 2024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214 tickets handled the </a:t>
            </a:r>
            <a:r>
              <a:rPr lang="en-US" sz="1200" b="1" dirty="0" err="1"/>
              <a:t>february</a:t>
            </a:r>
            <a:r>
              <a:rPr lang="en-US" sz="1200" dirty="0"/>
              <a:t>, maintaining a high resolution 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12 </a:t>
            </a:r>
            <a:r>
              <a:rPr lang="en-US" sz="1200" b="1" dirty="0" err="1"/>
              <a:t>SageMaker</a:t>
            </a:r>
            <a:r>
              <a:rPr lang="en-US" sz="1200" b="1" dirty="0"/>
              <a:t> blocking issues processed via Zendesk AWS integration</a:t>
            </a:r>
            <a:r>
              <a:rPr lang="en-US" sz="1200" dirty="0"/>
              <a:t>, resolved in an average of </a:t>
            </a:r>
            <a:r>
              <a:rPr lang="en-US" sz="1200" b="1" dirty="0"/>
              <a:t>1 hour per case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CSAT holding strong at 96.8%</a:t>
            </a:r>
            <a:r>
              <a:rPr lang="en-US" sz="1200" dirty="0"/>
              <a:t>, but would have been </a:t>
            </a:r>
            <a:r>
              <a:rPr lang="en-US" sz="1200" b="1" dirty="0"/>
              <a:t>100%</a:t>
            </a:r>
            <a:r>
              <a:rPr lang="en-US" sz="1200" dirty="0"/>
              <a:t> if not for a single negative rating.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The only negative rating came from </a:t>
            </a:r>
            <a:r>
              <a:rPr lang="en-US" sz="1200" b="1" dirty="0"/>
              <a:t>Xavier (Hackathon user)</a:t>
            </a:r>
            <a:r>
              <a:rPr lang="en-US" sz="1200" dirty="0"/>
              <a:t>, who marked a ticket with low score.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The ticket was </a:t>
            </a:r>
            <a:r>
              <a:rPr lang="en-US" sz="1200" b="1" dirty="0"/>
              <a:t>not an actual issue</a:t>
            </a:r>
            <a:r>
              <a:rPr lang="en-US" sz="1200" dirty="0"/>
              <a:t> but was used to send the </a:t>
            </a:r>
            <a:r>
              <a:rPr lang="en-US" sz="1200" b="1" dirty="0"/>
              <a:t>initial setup guide via Macro</a:t>
            </a:r>
            <a:r>
              <a:rPr lang="en-US" sz="1200" dirty="0"/>
              <a:t> to all new users.</a:t>
            </a:r>
          </a:p>
          <a:p>
            <a:pPr marL="457200" lvl="1"/>
            <a:endParaRPr lang="en-US" sz="1200" dirty="0"/>
          </a:p>
          <a:p>
            <a:r>
              <a:rPr lang="en-US" sz="1200" dirty="0"/>
              <a:t>✅ </a:t>
            </a:r>
            <a:r>
              <a:rPr lang="en-US" sz="1200" b="1" dirty="0"/>
              <a:t>Enhancements made to Zendesk: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Launched </a:t>
            </a:r>
            <a:r>
              <a:rPr lang="en-US" sz="1200" b="1" dirty="0"/>
              <a:t>2 new request forms</a:t>
            </a:r>
            <a:r>
              <a:rPr lang="en-US" sz="1200" dirty="0"/>
              <a:t>:</a:t>
            </a:r>
          </a:p>
          <a:p>
            <a:br>
              <a:rPr lang="en-US" sz="1200" dirty="0"/>
            </a:br>
            <a:r>
              <a:rPr lang="en-US" sz="1200" dirty="0"/>
              <a:t>📌 Dataset Product Request</a:t>
            </a:r>
            <a:br>
              <a:rPr lang="en-US" sz="1200" dirty="0"/>
            </a:br>
            <a:r>
              <a:rPr lang="en-US" sz="1200" dirty="0"/>
              <a:t>📌 Developer Tool Request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220+ new fields &amp; options added</a:t>
            </a:r>
            <a:r>
              <a:rPr lang="en-US" sz="1200" dirty="0"/>
              <a:t> to Zendesk for better ticket routing.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Improved ticket auto-routing and prioritization logic</a:t>
            </a:r>
            <a:r>
              <a:rPr lang="en-US" sz="1200" dirty="0"/>
              <a:t>, reducing resolution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NPS Tool Implementation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04.03.2025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45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828800"/>
            <a:ext cx="44958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b="1" dirty="0" err="1"/>
              <a:t>SurveySparrow</a:t>
            </a:r>
            <a:r>
              <a:rPr lang="en-US" sz="1400" b="1" dirty="0"/>
              <a:t> NPS Widget Development &amp; Integration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Successfully </a:t>
            </a:r>
            <a:r>
              <a:rPr lang="en-US" sz="1400" b="1" dirty="0"/>
              <a:t>applied Owkin K brand colors</a:t>
            </a:r>
            <a:r>
              <a:rPr lang="en-US" sz="1400" dirty="0"/>
              <a:t> to ensure a seamless user experience.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Prepared JavaScript widget code</a:t>
            </a:r>
            <a:r>
              <a:rPr lang="en-US" sz="1400" dirty="0"/>
              <a:t> for frontend developers.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Scheduled meeting today at 12 PM</a:t>
            </a:r>
            <a:r>
              <a:rPr lang="en-US" sz="1400" dirty="0"/>
              <a:t> with an Owkin K developer to discuss integration and next steps.</a:t>
            </a:r>
          </a:p>
          <a:p>
            <a:endParaRPr lang="en-US" sz="1400" dirty="0"/>
          </a:p>
          <a:p>
            <a:r>
              <a:rPr lang="en-US" sz="1400" b="1" dirty="0"/>
              <a:t>Potential Conflict with Existing NPS Tool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It appears that </a:t>
            </a:r>
            <a:r>
              <a:rPr lang="en-US" sz="1400" b="1" dirty="0"/>
              <a:t>another NPS tool is already being implemented</a:t>
            </a:r>
            <a:r>
              <a:rPr lang="en-US" sz="1400" dirty="0"/>
              <a:t> for Owkin K.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Today’s 12 PM meeting</a:t>
            </a:r>
            <a:r>
              <a:rPr lang="en-US" sz="1400" dirty="0"/>
              <a:t> will clarify which tool is being integrated and whether there is an overlap with </a:t>
            </a:r>
            <a:r>
              <a:rPr lang="en-US" sz="1400" b="1" dirty="0" err="1"/>
              <a:t>SurveySparrow</a:t>
            </a:r>
            <a:r>
              <a:rPr lang="en-US" sz="1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D66C7-D99C-4038-B2B3-785964E2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408548"/>
            <a:ext cx="370745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04.03.2025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8324" y="1501772"/>
            <a:ext cx="556259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🔹 </a:t>
            </a:r>
            <a:r>
              <a:rPr lang="en-US" sz="1400" b="1" dirty="0"/>
              <a:t>Challenge: Uncertainty Around </a:t>
            </a:r>
            <a:r>
              <a:rPr lang="en-US" sz="1400" b="1" dirty="0" err="1"/>
              <a:t>SageMaker</a:t>
            </a:r>
            <a:r>
              <a:rPr lang="en-US" sz="1400" b="1" dirty="0"/>
              <a:t> Blocking Issues &amp; AWS Escalation</a:t>
            </a:r>
          </a:p>
          <a:p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Users can </a:t>
            </a:r>
            <a:r>
              <a:rPr lang="en-US" sz="1400" b="1" dirty="0"/>
              <a:t>select "Blocking Issue"</a:t>
            </a:r>
            <a:r>
              <a:rPr lang="en-US" sz="1400" dirty="0"/>
              <a:t> when creating a ticket, but we are </a:t>
            </a:r>
            <a:r>
              <a:rPr lang="en-US" sz="1400" b="1" dirty="0"/>
              <a:t>not always sure whether it should go to AWS or be handled internally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Currently monitoring each </a:t>
            </a:r>
            <a:r>
              <a:rPr lang="en-US" sz="1400" b="1" dirty="0" err="1"/>
              <a:t>SageMaker</a:t>
            </a:r>
            <a:r>
              <a:rPr lang="en-US" sz="1400" b="1" dirty="0"/>
              <a:t> blocking issue</a:t>
            </a:r>
            <a:r>
              <a:rPr lang="en-US" sz="1400" dirty="0"/>
              <a:t>, immediately reviewing it with the </a:t>
            </a:r>
            <a:r>
              <a:rPr lang="en-US" sz="1400" b="1" dirty="0"/>
              <a:t>Research team</a:t>
            </a:r>
            <a:r>
              <a:rPr lang="en-US" sz="1400" dirty="0"/>
              <a:t> to confirm whether escalation to AWS is necessary.</a:t>
            </a:r>
          </a:p>
          <a:p>
            <a:endParaRPr lang="en-US" sz="1400" dirty="0"/>
          </a:p>
          <a:p>
            <a:r>
              <a:rPr lang="en-US" sz="1400" dirty="0"/>
              <a:t>🔹 </a:t>
            </a:r>
            <a:r>
              <a:rPr lang="en-US" sz="1400" b="1" dirty="0"/>
              <a:t>Challenge: NPS Tool Overlap</a:t>
            </a:r>
          </a:p>
          <a:p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Investigating the alternate NPS tool</a:t>
            </a:r>
            <a:r>
              <a:rPr lang="en-US" sz="1400" dirty="0"/>
              <a:t> that is being integrated into Owkin K.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Meeting with an Owkin K developer today at 12 PM</a:t>
            </a:r>
            <a:r>
              <a:rPr lang="en-US" sz="1400" dirty="0"/>
              <a:t> to understand the implementation details and determine how it compares with </a:t>
            </a:r>
            <a:r>
              <a:rPr lang="en-US" sz="1400" dirty="0" err="1"/>
              <a:t>SurveySparrow</a:t>
            </a:r>
            <a:r>
              <a:rPr lang="en-US" sz="1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1848C-2C47-4146-9B99-6F0733476F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061" y="1501772"/>
            <a:ext cx="5598067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Key Metrics &amp; Performance Highlights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04.03.2025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496391"/>
            <a:ext cx="5425830" cy="518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/>
              <a:t>📊 </a:t>
            </a:r>
            <a:r>
              <a:rPr lang="en-US" sz="1400" b="1" dirty="0"/>
              <a:t>Performance Overview for the Week: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First response time:</a:t>
            </a:r>
            <a:r>
              <a:rPr lang="en-US" sz="1400" dirty="0"/>
              <a:t> </a:t>
            </a:r>
            <a:r>
              <a:rPr lang="en-US" sz="1400" b="1" dirty="0"/>
              <a:t>21 minutes</a:t>
            </a:r>
            <a:r>
              <a:rPr lang="en-US" sz="1400" dirty="0"/>
              <a:t> (Maintained at an optimal level)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Total tickets handled:</a:t>
            </a:r>
            <a:r>
              <a:rPr lang="en-US" sz="1400" dirty="0"/>
              <a:t> </a:t>
            </a:r>
            <a:r>
              <a:rPr lang="en-US" sz="1400" b="1" dirty="0"/>
              <a:t>214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SageMaker</a:t>
            </a:r>
            <a:r>
              <a:rPr lang="en-US" sz="1400" b="1" dirty="0"/>
              <a:t> blocking issues resolved:</a:t>
            </a:r>
            <a:r>
              <a:rPr lang="en-US" sz="1400" dirty="0"/>
              <a:t> </a:t>
            </a:r>
            <a:r>
              <a:rPr lang="en-US" sz="1400" b="1" dirty="0"/>
              <a:t>12 cases via Zendesk AWS integration (~1 hour avg per case)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CSAT score:</a:t>
            </a:r>
            <a:r>
              <a:rPr lang="en-US" sz="1400" dirty="0"/>
              <a:t> </a:t>
            </a:r>
            <a:r>
              <a:rPr lang="en-US" sz="1400" b="1" dirty="0"/>
              <a:t>96.8%</a:t>
            </a:r>
            <a:r>
              <a:rPr lang="en-US" sz="1400" dirty="0"/>
              <a:t> (Would have been </a:t>
            </a:r>
            <a:r>
              <a:rPr lang="en-US" sz="1400" b="1" dirty="0"/>
              <a:t>100%</a:t>
            </a:r>
            <a:r>
              <a:rPr lang="en-US" sz="1400" dirty="0"/>
              <a:t> without the single negative rating from a non-issue ticket)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Zendesk forms updated:</a:t>
            </a:r>
            <a:r>
              <a:rPr lang="en-US" sz="1400" dirty="0"/>
              <a:t> </a:t>
            </a:r>
            <a:r>
              <a:rPr lang="en-US" sz="1400" b="1" dirty="0"/>
              <a:t>2 new request forms + 220+ fields added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NPS Widget Development:</a:t>
            </a:r>
            <a:r>
              <a:rPr lang="en-US" sz="1400" dirty="0"/>
              <a:t> </a:t>
            </a:r>
            <a:r>
              <a:rPr lang="en-US" sz="1400" b="1" dirty="0"/>
              <a:t>Styled and prepared for integration discussion</a:t>
            </a:r>
          </a:p>
          <a:p>
            <a:endParaRPr lang="en-US" sz="1400" dirty="0"/>
          </a:p>
          <a:p>
            <a:r>
              <a:rPr lang="en-US" sz="1400" dirty="0"/>
              <a:t>🚀 </a:t>
            </a:r>
            <a:r>
              <a:rPr lang="en-US" sz="1400" b="1" dirty="0"/>
              <a:t>Key Wins:</a:t>
            </a:r>
          </a:p>
          <a:p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93.9% of tickets responded to within SLA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Improved ticket auto-routing, reducing manual triage time by 15%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First response time: 21 minutes </a:t>
            </a:r>
            <a:endParaRPr lang="en-US" sz="1400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68C4F-AA9A-497B-876F-D8DD72F2E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157585"/>
            <a:ext cx="6042700" cy="495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 &amp; Focus Areas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04.03.2025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4740030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/>
              <a:t>📌 </a:t>
            </a:r>
            <a:r>
              <a:rPr lang="en-US" sz="1400" b="1" dirty="0"/>
              <a:t>What’s Coming Next?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Validate the best NPS tool for Owkin K</a:t>
            </a:r>
            <a:r>
              <a:rPr lang="en-US" sz="1400" dirty="0"/>
              <a:t> based on today’s meeting.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Continue tracking </a:t>
            </a:r>
            <a:r>
              <a:rPr lang="en-US" sz="1400" b="1" dirty="0" err="1"/>
              <a:t>SageMaker</a:t>
            </a:r>
            <a:r>
              <a:rPr lang="en-US" sz="1400" b="1" dirty="0"/>
              <a:t> blocking issues</a:t>
            </a:r>
            <a:r>
              <a:rPr lang="en-US" sz="1400" dirty="0"/>
              <a:t> to ensure proper AWS escalation.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Further optimize Zendesk ticket routing</a:t>
            </a:r>
            <a:r>
              <a:rPr lang="en-US" sz="1400" dirty="0"/>
              <a:t> for faster resolution.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Explore automation opportunities</a:t>
            </a:r>
            <a:r>
              <a:rPr lang="en-US" sz="1400" dirty="0"/>
              <a:t> for common support workflows.</a:t>
            </a:r>
          </a:p>
          <a:p>
            <a:endParaRPr lang="en-US" sz="1400" dirty="0"/>
          </a:p>
          <a:p>
            <a:r>
              <a:rPr lang="en-US" sz="1400" dirty="0"/>
              <a:t>💡 </a:t>
            </a:r>
            <a:r>
              <a:rPr lang="en-US" sz="1400" b="1" dirty="0"/>
              <a:t>Continuous Improvement: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Ensure sub-20 min first response time consistency.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Increase L2 ticket resolution involvement.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Strengthen internal processes for future growth.</a:t>
            </a:r>
            <a:endParaRPr lang="en-US" sz="1400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A0A04-0ABA-4043-9DA8-0A5BEE82D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4821" y="1020108"/>
            <a:ext cx="3674357" cy="468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2676</TotalTime>
  <Words>828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Zendesk Ticket Management &amp; Optimization</vt:lpstr>
      <vt:lpstr>NPS Tool Implementation Progress</vt:lpstr>
      <vt:lpstr>Challenges &amp; Solutions</vt:lpstr>
      <vt:lpstr>Key Metrics &amp; Performance Highlights</vt:lpstr>
      <vt:lpstr>Next Steps &amp; Focus Areas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31</cp:revision>
  <dcterms:created xsi:type="dcterms:W3CDTF">2025-01-30T08:33:59Z</dcterms:created>
  <dcterms:modified xsi:type="dcterms:W3CDTF">2025-03-04T21:53:54Z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