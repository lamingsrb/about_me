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3" r:id="rId5"/>
    <p:sldId id="287" r:id="rId6"/>
    <p:sldId id="285" r:id="rId7"/>
    <p:sldId id="288" r:id="rId8"/>
    <p:sldId id="289" r:id="rId9"/>
    <p:sldId id="286" r:id="rId10"/>
    <p:sldId id="281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94660"/>
  </p:normalViewPr>
  <p:slideViewPr>
    <p:cSldViewPr>
      <p:cViewPr varScale="1">
        <p:scale>
          <a:sx n="103" d="100"/>
          <a:sy n="103" d="100"/>
        </p:scale>
        <p:origin x="87" y="34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wkin.slack.com/archives/C08GFPKSJRZ/p1742545864175309?thread_ts=1742401894.018609&amp;cid=C08GFPKSJRZ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ear.app/owkin/issue/K-636/surveysparrow-widget-survey-submits-successfully-but-widget-does-not" TargetMode="External"/><Relationship Id="rId2" Type="http://schemas.openxmlformats.org/officeDocument/2006/relationships/hyperlink" Target="https://linear.app/owkin/issue/K-673/500-error-when-accessing-owkin-k-prod-environment-no-console-log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257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300" spc="60" dirty="0">
                <a:latin typeface="Tahoma"/>
                <a:cs typeface="Tahoma"/>
              </a:rPr>
              <a:t>15.03.2025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Ticket Management &amp; Optimization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04239" y="4627825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3. Infra &amp; Product Coordination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8882" y="5713805"/>
            <a:ext cx="18671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</a:t>
            </a:r>
            <a:r>
              <a:rPr lang="en-US" sz="1600" dirty="0" err="1"/>
              <a:t>Fullstory</a:t>
            </a:r>
            <a:r>
              <a:rPr lang="en-US" sz="1600" dirty="0"/>
              <a:t> &amp; Dashboard Updates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33449" y="5635967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4. Reported &amp; Tracked Issues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67600" y="4627825"/>
            <a:ext cx="29571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Visual &amp; Helpdesk Improvements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467600" y="5672102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Next steps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sz="2400" dirty="0"/>
              <a:t>Zendesk Ticket Management &amp; Optimization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15.03.2025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7FE69-0406-4BFE-8A2C-7D97CE7E7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1524000"/>
            <a:ext cx="6460067" cy="35853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560020-C041-44C5-B3D3-BED7CC30C980}"/>
              </a:ext>
            </a:extLst>
          </p:cNvPr>
          <p:cNvSpPr txBox="1"/>
          <p:nvPr/>
        </p:nvSpPr>
        <p:spPr>
          <a:xfrm>
            <a:off x="0" y="1447800"/>
            <a:ext cx="5257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✅ 3-Strike Rule implemented for pending tickets:</a:t>
            </a:r>
            <a:br>
              <a:rPr lang="en-US" sz="1200" b="1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Strike 1 (2 days): reminder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Strike 2 (5 days): final warning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Strike 3 (7 days): auto-close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Internal announcement posted on Slack</a:t>
            </a:r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✅ New macro created for dataset licensing cases: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Includes standardized response and link to shared folder</a:t>
            </a:r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⚠ Help Center access temporarily restricted: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Only available to </a:t>
            </a:r>
            <a:r>
              <a:rPr lang="en-US" sz="1200" dirty="0" err="1"/>
              <a:t>JumpCloud</a:t>
            </a:r>
            <a:r>
              <a:rPr lang="en-US" sz="1200" dirty="0"/>
              <a:t>-authenticated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Will be public after documentation and design review</a:t>
            </a:r>
            <a:br>
              <a:rPr lang="en-US" sz="1200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hlinkClick r:id="rId3"/>
              </a:rPr>
              <a:t>Slack thread for context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Fullstory</a:t>
            </a:r>
            <a:r>
              <a:rPr lang="en-US" dirty="0"/>
              <a:t> &amp; Dashboard Updates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455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152400" y="1828800"/>
            <a:ext cx="4495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✅ Custom attribute (product = k-navigator) is now live in Owkin K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📊 Dashboard now shows accurate data filtered only to Owkin K: View 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⚠ Data is not retroactive — tracking starts from April 11, which explains low user counts initially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🔄 Historical comparisons are not valid due to segmentation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🧭 Exploring separate </a:t>
            </a:r>
            <a:r>
              <a:rPr lang="en-US" sz="1400" dirty="0" err="1"/>
              <a:t>Fullstory</a:t>
            </a:r>
            <a:r>
              <a:rPr lang="en-US" sz="1400" dirty="0"/>
              <a:t> accounts per product if needed for long-term clarity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F9145A-0BDB-4CFF-AAEB-8F1C91306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99968"/>
            <a:ext cx="6567702" cy="365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0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Infra &amp; Product Coordination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27397-E955-493E-A388-042A53F6F824}"/>
              </a:ext>
            </a:extLst>
          </p:cNvPr>
          <p:cNvSpPr txBox="1"/>
          <p:nvPr/>
        </p:nvSpPr>
        <p:spPr>
          <a:xfrm>
            <a:off x="268324" y="1501772"/>
            <a:ext cx="556259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🔄 AWS support flow updated after sync with Matthieu (SRE):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Automatic ticket forwarding to </a:t>
            </a:r>
            <a:r>
              <a:rPr lang="en-US" sz="1400" b="1" dirty="0"/>
              <a:t>AWS has been disabled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 </a:t>
            </a:r>
            <a:r>
              <a:rPr lang="en-US" sz="1400" dirty="0" err="1"/>
              <a:t>SageMaker</a:t>
            </a:r>
            <a:r>
              <a:rPr lang="en-US" sz="1400" dirty="0"/>
              <a:t>-related tickets now go through </a:t>
            </a:r>
            <a:r>
              <a:rPr lang="en-US" sz="1400" b="1" dirty="0"/>
              <a:t>internal triage in Zendesk before being escalated.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new squad value "</a:t>
            </a:r>
            <a:r>
              <a:rPr lang="en-US" sz="1400" b="1" dirty="0"/>
              <a:t>AWS Support</a:t>
            </a:r>
            <a:r>
              <a:rPr lang="en-US" sz="1400" dirty="0"/>
              <a:t>" has been added to enable manual handoff when needed.</a:t>
            </a:r>
          </a:p>
          <a:p>
            <a:endParaRPr lang="en-US" sz="1400" dirty="0"/>
          </a:p>
          <a:p>
            <a:r>
              <a:rPr lang="en-US" sz="1400" dirty="0"/>
              <a:t>This change aims to reduce noise from generic replies and ensure better ownership and relevance.</a:t>
            </a:r>
          </a:p>
          <a:p>
            <a:endParaRPr lang="en-US" sz="1400" dirty="0"/>
          </a:p>
          <a:p>
            <a:r>
              <a:rPr lang="en-US" sz="1400" b="1" dirty="0"/>
              <a:t>📌 This new setup is now fully live: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 form submissions for </a:t>
            </a:r>
            <a:r>
              <a:rPr lang="en-US" sz="1400" dirty="0" err="1"/>
              <a:t>SageMaker</a:t>
            </a:r>
            <a:r>
              <a:rPr lang="en-US" sz="1400" dirty="0"/>
              <a:t> now land in our internal triage 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 perform the first review of every ticket and forward to AWS only when relevant.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Users are no longer exposed to automated or irrelevant replies from AWS.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1848C-2C47-4146-9B99-6F0733476F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061" y="1501772"/>
            <a:ext cx="5598067" cy="30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499205"/>
            <a:ext cx="7155180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Reported &amp; Tracked Issues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496391"/>
            <a:ext cx="5425830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b="1" dirty="0"/>
              <a:t>❗ Owkin K - 500 Error (no logs)</a:t>
            </a:r>
            <a:br>
              <a:rPr lang="en-US" sz="1400" b="1" dirty="0"/>
            </a:b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Tracked via </a:t>
            </a:r>
            <a:r>
              <a:rPr lang="en-US" sz="1400" dirty="0">
                <a:hlinkClick r:id="rId2"/>
              </a:rPr>
              <a:t>Linear K-673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✅ </a:t>
            </a:r>
            <a:r>
              <a:rPr lang="en-US" sz="1400" b="1" dirty="0" err="1"/>
              <a:t>SurveySparrow</a:t>
            </a:r>
            <a:r>
              <a:rPr lang="en-US" sz="1400" b="1" dirty="0"/>
              <a:t> Bug</a:t>
            </a:r>
            <a:br>
              <a:rPr lang="en-US" sz="1400" b="1" dirty="0"/>
            </a:b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Widget doesn't close after submission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Responses still recorded successfully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Tracked via </a:t>
            </a:r>
            <a:r>
              <a:rPr lang="en-US" sz="1400" dirty="0">
                <a:hlinkClick r:id="rId3"/>
              </a:rPr>
              <a:t>Linear K-636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Related Zendesk ticket: #4744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E3EE61-DF91-4AA7-B9B0-1AD2B9718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609600"/>
            <a:ext cx="6602119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48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Visual &amp; Helpdesk Improvements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will be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578006"/>
            <a:ext cx="4740030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dirty="0"/>
              <a:t>✅ Design updates completed on Help Center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New logo, background banners, and beige background #FAF3EB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Design team confirmed everything looks and works as expected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r>
              <a:rPr lang="en-US" sz="1400" b="1" dirty="0"/>
              <a:t>🗓 Owkin K Support Sync – </a:t>
            </a:r>
            <a:r>
              <a:rPr lang="en-US" sz="1400" b="1" dirty="0" err="1"/>
              <a:t>Émilie</a:t>
            </a:r>
            <a:r>
              <a:rPr lang="en-US" sz="1400" b="1" dirty="0"/>
              <a:t> </a:t>
            </a:r>
            <a:r>
              <a:rPr lang="en-US" sz="1400" b="1" dirty="0" err="1"/>
              <a:t>Boissady</a:t>
            </a:r>
            <a:endParaRPr lang="en-US" sz="1400" b="1" dirty="0"/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Reviewed triage structure, support flow, and documentation status</a:t>
            </a:r>
          </a:p>
          <a:p>
            <a:endParaRPr lang="en-US" sz="1400" dirty="0"/>
          </a:p>
          <a:p>
            <a:r>
              <a:rPr lang="en-US" sz="1400" b="1" dirty="0"/>
              <a:t>🗓 </a:t>
            </a:r>
            <a:r>
              <a:rPr lang="en-US" sz="1400" b="1" dirty="0" err="1"/>
              <a:t>SageMaker</a:t>
            </a:r>
            <a:r>
              <a:rPr lang="en-US" sz="1400" b="1" dirty="0"/>
              <a:t> Escalation Policy – Matthieu (SRE)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Confirmed shift to internal triage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Finalized process changes and shared with </a:t>
            </a:r>
            <a:r>
              <a:rPr lang="en-US" sz="1400" dirty="0" err="1"/>
              <a:t>Abstra</a:t>
            </a:r>
            <a:r>
              <a:rPr lang="en-US" sz="1400" dirty="0"/>
              <a:t> support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A0A04-0ABA-4043-9DA8-0A5BEE82D7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4821" y="1020108"/>
            <a:ext cx="3674357" cy="468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🔜 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will be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578006"/>
            <a:ext cx="4740030" cy="345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dirty="0"/>
              <a:t>📈 Monitor </a:t>
            </a:r>
            <a:r>
              <a:rPr lang="en-US" sz="1400" dirty="0" err="1"/>
              <a:t>Fullstory</a:t>
            </a:r>
            <a:r>
              <a:rPr lang="en-US" sz="1400" dirty="0"/>
              <a:t> dashboard daily to validate data flow and volume for Owkin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🧪 Compare session metrics after one week to evaluate need for separate </a:t>
            </a:r>
            <a:r>
              <a:rPr lang="en-US" sz="1400" dirty="0" err="1"/>
              <a:t>Fullstory</a:t>
            </a:r>
            <a:r>
              <a:rPr lang="en-US" sz="1400" dirty="0"/>
              <a:t>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✅ Finalize documentation &amp; design review for Help Center — unlock public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🧵 Present AWS support flow update to the wider </a:t>
            </a:r>
            <a:r>
              <a:rPr lang="en-US" sz="1400" dirty="0" err="1"/>
              <a:t>Abstra</a:t>
            </a:r>
            <a:r>
              <a:rPr lang="en-US" sz="1400" dirty="0"/>
              <a:t> Support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🔍 Follow up on </a:t>
            </a:r>
            <a:r>
              <a:rPr lang="en-US" sz="1400" dirty="0" err="1"/>
              <a:t>SurveySparrow</a:t>
            </a:r>
            <a:r>
              <a:rPr lang="en-US" sz="1400" dirty="0"/>
              <a:t> widget fix once vendor responds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🧾 Prepare Zendesk rule for auto response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A0A04-0ABA-4043-9DA8-0A5BEE82D7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4821" y="1020108"/>
            <a:ext cx="3674357" cy="468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77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25.02.2025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2695</TotalTime>
  <Words>749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Tahoma</vt:lpstr>
      <vt:lpstr>Office Theme</vt:lpstr>
      <vt:lpstr>Abstra</vt:lpstr>
      <vt:lpstr>Agenda</vt:lpstr>
      <vt:lpstr>Zendesk Ticket Management &amp; Optimization</vt:lpstr>
      <vt:lpstr>Fullstory &amp; Dashboard Updates</vt:lpstr>
      <vt:lpstr>Infra &amp; Product Coordination</vt:lpstr>
      <vt:lpstr>Reported &amp; Tracked Issues</vt:lpstr>
      <vt:lpstr>Visual &amp; Helpdesk Improvements</vt:lpstr>
      <vt:lpstr>🔜 Next Steps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34</cp:revision>
  <dcterms:created xsi:type="dcterms:W3CDTF">2025-01-30T08:33:59Z</dcterms:created>
  <dcterms:modified xsi:type="dcterms:W3CDTF">2025-04-24T11:21:55Z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