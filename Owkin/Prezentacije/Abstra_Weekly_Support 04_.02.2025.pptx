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83" r:id="rId5"/>
    <p:sldId id="284" r:id="rId6"/>
    <p:sldId id="285" r:id="rId7"/>
    <p:sldId id="281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582" y="5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257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300" spc="60" dirty="0">
                <a:latin typeface="Tahoma"/>
                <a:cs typeface="Tahoma"/>
              </a:rPr>
              <a:t>04.02.2024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5916" y="1144224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1305" y="4724400"/>
            <a:ext cx="23120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Zendesk ↔ AWS Integration Progress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55916" y="4696210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3. Weekly Presentations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9843" y="5810380"/>
            <a:ext cx="26269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Zendesk Ticket Management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41204" y="5810380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4. Challenges &amp; Solutions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53400" y="4724400"/>
            <a:ext cx="29571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Next Steps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Zendesk ↔ AWS Integration Progress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✅ </a:t>
            </a:r>
            <a:r>
              <a:rPr lang="en-US" b="1" dirty="0"/>
              <a:t>AWS Support Cases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1312" y="2230716"/>
            <a:ext cx="3458688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✅ Successfully closed all test support cases on AWS</a:t>
            </a:r>
          </a:p>
          <a:p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Ensured no test cases remain open to maintain a clean support environment.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Verified that all cases were properly handled and resolved before closure.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FCF76E-80C2-4B00-9813-A79EEF35F70D}"/>
              </a:ext>
            </a:extLst>
          </p:cNvPr>
          <p:cNvSpPr txBox="1"/>
          <p:nvPr/>
        </p:nvSpPr>
        <p:spPr>
          <a:xfrm>
            <a:off x="281900" y="3820832"/>
            <a:ext cx="381000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Completed full technical documentation for AWS-Zendesk integration.</a:t>
            </a:r>
          </a:p>
          <a:p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Created a comprehensive Notion guide for future engineers to reference.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Document includes setup details, troubleshooting steps, and best practices.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Available on Notion: AWS-Zendesk Support Integration Guide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1972577-0EB5-4323-B772-0D7C42844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338700"/>
            <a:ext cx="320040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Zendesk Ticket Management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✅ Regular daily activities, providing support via Zendesk and Slack dedicated channels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2400" y="2643842"/>
            <a:ext cx="352294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100" dirty="0"/>
              <a:t>✅ Managed and routed Zendesk tickets efficiently.</a:t>
            </a:r>
          </a:p>
          <a:p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Ensured timely responses and assigned tickets to the appropriate teams.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Worked on optimizing ticket routing for better problem resolution.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2B161C-C71E-4C89-B155-5203F2A93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320462"/>
            <a:ext cx="7848600" cy="447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0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Challenges &amp; Solutions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2180" y="1828800"/>
            <a:ext cx="3412490" cy="25519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100" b="1" dirty="0"/>
              <a:t>Issue:</a:t>
            </a:r>
            <a:r>
              <a:rPr lang="en-US" sz="1100" dirty="0"/>
              <a:t> First user submitted a ticket </a:t>
            </a:r>
            <a:r>
              <a:rPr lang="en-US" sz="1100" b="1" dirty="0"/>
              <a:t>through the new </a:t>
            </a:r>
            <a:r>
              <a:rPr lang="en-US" sz="1100" b="1" dirty="0" err="1"/>
              <a:t>SageMaker</a:t>
            </a:r>
            <a:r>
              <a:rPr lang="en-US" sz="1100" b="1" dirty="0"/>
              <a:t> Issues Form</a:t>
            </a:r>
            <a:r>
              <a:rPr lang="en-US" sz="1100" dirty="0"/>
              <a:t>, and AWS Support case was automatically created.</a:t>
            </a:r>
          </a:p>
          <a:p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Owkin agents were confused by AWS engineers responding in the ticket.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r>
              <a:rPr lang="en-US" sz="1100" dirty="0"/>
              <a:t>✅ </a:t>
            </a:r>
            <a:r>
              <a:rPr lang="en-US" sz="1100" b="1" dirty="0"/>
              <a:t>Solution:</a:t>
            </a:r>
          </a:p>
          <a:p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Integration needs to move to </a:t>
            </a:r>
            <a:r>
              <a:rPr lang="en-US" sz="1100" b="1" dirty="0"/>
              <a:t>production as soon as possible</a:t>
            </a:r>
            <a:r>
              <a:rPr lang="en-US" sz="1100" dirty="0"/>
              <a:t> to avoid confusion.</a:t>
            </a:r>
          </a:p>
          <a:p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A </a:t>
            </a:r>
            <a:r>
              <a:rPr lang="en-US" sz="1100" b="1" dirty="0"/>
              <a:t>quick user guide</a:t>
            </a:r>
            <a:r>
              <a:rPr lang="en-US" sz="1100" dirty="0"/>
              <a:t> should be shared to explain how to create tickets properly using the form.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6D114C-CA50-4F3E-A4EC-9E9D209F1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66703"/>
            <a:ext cx="7360093" cy="530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222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Next Steps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30.01.</a:t>
            </a:r>
            <a:r>
              <a:rPr lang="en-US" sz="800" spc="30" dirty="0">
                <a:latin typeface="Tahoma"/>
                <a:cs typeface="Tahoma"/>
              </a:rPr>
              <a:t>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will be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858172"/>
            <a:ext cx="3597030" cy="21210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b="1" spc="50" dirty="0">
                <a:latin typeface="Tahoma"/>
                <a:cs typeface="Tahoma"/>
              </a:rPr>
              <a:t>Deploy AWS-Zendesk integration to production </a:t>
            </a:r>
            <a:r>
              <a:rPr lang="en-US" sz="1100" spc="50" dirty="0">
                <a:latin typeface="Tahoma"/>
                <a:cs typeface="Tahoma"/>
              </a:rPr>
              <a:t>and communicate the process clearly to users.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100" spc="50" dirty="0"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b="1" spc="50" dirty="0">
                <a:latin typeface="Tahoma"/>
                <a:cs typeface="Tahoma"/>
              </a:rPr>
              <a:t>Monitor initial live usage </a:t>
            </a:r>
            <a:r>
              <a:rPr lang="en-US" sz="1100" spc="50" dirty="0">
                <a:latin typeface="Tahoma"/>
                <a:cs typeface="Tahoma"/>
              </a:rPr>
              <a:t>and resolve any early issues.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100" spc="50" dirty="0"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b="1" spc="50" dirty="0">
                <a:latin typeface="Tahoma"/>
                <a:cs typeface="Tahoma"/>
              </a:rPr>
              <a:t>Continue refining the Zendesk ticket handling </a:t>
            </a:r>
            <a:r>
              <a:rPr lang="en-US" sz="1100" spc="50" dirty="0">
                <a:latin typeface="Tahoma"/>
                <a:cs typeface="Tahoma"/>
              </a:rPr>
              <a:t>process for better efficiency.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1100" spc="50" dirty="0">
              <a:latin typeface="Tahoma"/>
              <a:cs typeface="Tahoma"/>
            </a:endParaRPr>
          </a:p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100" b="1" spc="50" dirty="0">
                <a:latin typeface="Tahoma"/>
                <a:cs typeface="Tahoma"/>
              </a:rPr>
              <a:t>Keep improving documentation </a:t>
            </a:r>
            <a:r>
              <a:rPr lang="en-US" sz="1100" spc="50" dirty="0">
                <a:latin typeface="Tahoma"/>
                <a:cs typeface="Tahoma"/>
              </a:rPr>
              <a:t>and support workflows for long-term stability.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F619B-9F50-44E0-BF44-5DB95AC33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080" y="838200"/>
            <a:ext cx="6991900" cy="530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48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1264</TotalTime>
  <Words>435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Tahoma</vt:lpstr>
      <vt:lpstr>Office Theme</vt:lpstr>
      <vt:lpstr>Abstra</vt:lpstr>
      <vt:lpstr>Agenda</vt:lpstr>
      <vt:lpstr>Zendesk ↔ AWS Integration Progress</vt:lpstr>
      <vt:lpstr>Zendesk Ticket Management</vt:lpstr>
      <vt:lpstr>Challenges &amp; Solutions</vt:lpstr>
      <vt:lpstr>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12</cp:revision>
  <dcterms:created xsi:type="dcterms:W3CDTF">2025-01-30T08:33:59Z</dcterms:created>
  <dcterms:modified xsi:type="dcterms:W3CDTF">2025-02-04T17:19:25Z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