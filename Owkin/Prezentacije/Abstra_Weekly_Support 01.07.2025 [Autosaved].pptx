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91" r:id="rId4"/>
    <p:sldId id="287" r:id="rId5"/>
    <p:sldId id="288" r:id="rId6"/>
    <p:sldId id="290" r:id="rId7"/>
    <p:sldId id="286" r:id="rId8"/>
    <p:sldId id="281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8" autoAdjust="0"/>
    <p:restoredTop sz="94660"/>
  </p:normalViewPr>
  <p:slideViewPr>
    <p:cSldViewPr>
      <p:cViewPr varScale="1">
        <p:scale>
          <a:sx n="114" d="100"/>
          <a:sy n="114" d="100"/>
        </p:scale>
        <p:origin x="300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3219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400" spc="10" dirty="0">
                <a:latin typeface="Tahoma"/>
                <a:cs typeface="Tahoma"/>
              </a:rPr>
              <a:t>17.06.2025</a:t>
            </a:r>
            <a:endParaRPr lang="en-US"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344" y="4627825"/>
            <a:ext cx="23120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Zendesk Ticket Management &amp; Optimization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84812" y="5635966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Infra &amp; Product Coordination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5800" y="4627825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3. Reported &amp; Tracked Issues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3475" y="5635965"/>
            <a:ext cx="29571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4. Visual &amp; Helpdesk Improvements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7010400" y="462141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Next Steps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2A861DC8-E8DF-4533-9F46-FC34E0370B82}"/>
              </a:ext>
            </a:extLst>
          </p:cNvPr>
          <p:cNvSpPr txBox="1"/>
          <p:nvPr/>
        </p:nvSpPr>
        <p:spPr>
          <a:xfrm>
            <a:off x="7010400" y="562955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Q&amp;A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Infra &amp; Product Coordination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01.07.2025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365370" y="1905000"/>
            <a:ext cx="4953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Manually reviewed and approved 200+ Cognito users (now disabled after project pause) 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Investigated and revoked unauthorized access to K-Navigator (Daiichi Sankyo case)  </a:t>
            </a:r>
          </a:p>
          <a:p>
            <a:endParaRPr lang="en-US" sz="1200" dirty="0"/>
          </a:p>
          <a:p>
            <a:r>
              <a:rPr lang="en-US" sz="1200" dirty="0"/>
              <a:t>• Clarified onboarding/offboarding logic for Pharma users 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• Distributed </a:t>
            </a:r>
            <a:r>
              <a:rPr lang="en-US" sz="1200" dirty="0" err="1"/>
              <a:t>WireGuard</a:t>
            </a:r>
            <a:r>
              <a:rPr lang="en-US" sz="1200" dirty="0"/>
              <a:t> VPN configs and guided new users through the setup  </a:t>
            </a:r>
          </a:p>
          <a:p>
            <a:endParaRPr lang="en-US" sz="1200" dirty="0"/>
          </a:p>
          <a:p>
            <a:r>
              <a:rPr lang="en-US" sz="1200" dirty="0"/>
              <a:t>• Validated account creation dates and platform access for selected users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• Held multiple onboarding sessions with external MOSAIC users  </a:t>
            </a:r>
          </a:p>
          <a:p>
            <a:r>
              <a:rPr lang="en-US" sz="1200" dirty="0"/>
              <a:t>• Created 25+ </a:t>
            </a:r>
            <a:r>
              <a:rPr lang="en-US" sz="1200" dirty="0" err="1"/>
              <a:t>Abstra</a:t>
            </a:r>
            <a:r>
              <a:rPr lang="en-US" sz="1200" dirty="0"/>
              <a:t> accounts and provided personalized support  </a:t>
            </a:r>
          </a:p>
          <a:p>
            <a:r>
              <a:rPr lang="en-US" sz="1200" dirty="0"/>
              <a:t>• Resolved login/access issues via live calls (Hackathon users, VPN IP mismatches)  </a:t>
            </a:r>
          </a:p>
          <a:p>
            <a:r>
              <a:rPr lang="en-US" sz="1200" dirty="0"/>
              <a:t>• Shared custom instructions and credential handoffs  </a:t>
            </a:r>
          </a:p>
          <a:p>
            <a:r>
              <a:rPr lang="en-US" sz="1200" dirty="0"/>
              <a:t>• Actively tracked edge cases not present in Zendesk  </a:t>
            </a:r>
          </a:p>
          <a:p>
            <a:r>
              <a:rPr lang="en-US" sz="1200" dirty="0"/>
              <a:t>• Clarified metrics mismatch between Zendesk and Cognito (Ness)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E175B-DBFE-4996-B46E-10165EC9A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36435" y="1647050"/>
            <a:ext cx="6012614" cy="333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24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Reported &amp; Tracked Issues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01.07.2025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B2633-5A00-405D-9049-BCE23F605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548" y="1438033"/>
            <a:ext cx="6958063" cy="369024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DD9E7C3-F532-46D8-9DA9-875DE5C97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13542"/>
            <a:ext cx="496138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Closely monitored end-to-end onboarding for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external users: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Manual account creation 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Keycloak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Automated Terms of Use email and OTP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Manual Zendesk email with instructions for accessing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users who didn’t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cross-checked tickets and followed up directly.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Collaborated with Marketing, Product, Infra, and Data teams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Reassigned misrouted Zendesk ticket and ensured follow-up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HTML Version of K-Navigator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Onboarding email, to align with marketing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Maintained transparency with all team members during fast iterations</a:t>
            </a:r>
          </a:p>
        </p:txBody>
      </p:sp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Visual &amp; Helpdesk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01.07.2025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FC90F-EE16-400F-BE6F-DA261D21340C}"/>
              </a:ext>
            </a:extLst>
          </p:cNvPr>
          <p:cNvSpPr txBox="1"/>
          <p:nvPr/>
        </p:nvSpPr>
        <p:spPr>
          <a:xfrm>
            <a:off x="76200" y="1464064"/>
            <a:ext cx="5029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Multiple </a:t>
            </a:r>
            <a:r>
              <a:rPr lang="en-US" sz="1200" b="1" dirty="0"/>
              <a:t>onboarding</a:t>
            </a:r>
            <a:r>
              <a:rPr lang="en-US" sz="1200" dirty="0"/>
              <a:t> sessions completed, for external users.</a:t>
            </a:r>
            <a:br>
              <a:rPr lang="en-US" sz="1200" dirty="0"/>
            </a:br>
            <a:r>
              <a:rPr lang="en-US" sz="1200" dirty="0"/>
              <a:t>    </a:t>
            </a:r>
            <a:br>
              <a:rPr lang="en-US" sz="1200" dirty="0"/>
            </a:br>
            <a:r>
              <a:rPr lang="en-US" sz="1200" dirty="0"/>
              <a:t>✅ Created multiple new triggers </a:t>
            </a:r>
            <a:r>
              <a:rPr lang="en-US" sz="1200" b="1" dirty="0"/>
              <a:t>and two new forms, to improve current processes.</a:t>
            </a:r>
            <a:br>
              <a:rPr lang="en-US" sz="1200" dirty="0"/>
            </a:br>
            <a:r>
              <a:rPr lang="en-US" sz="1200" dirty="0"/>
              <a:t> 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A2BCDD-4DA7-4980-AC1E-7145E1EB3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585473"/>
            <a:ext cx="6213196" cy="4495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E3548B-0E63-482A-8D03-E3B96088F6BB}"/>
              </a:ext>
            </a:extLst>
          </p:cNvPr>
          <p:cNvSpPr txBox="1"/>
          <p:nvPr/>
        </p:nvSpPr>
        <p:spPr>
          <a:xfrm>
            <a:off x="105524" y="2502021"/>
            <a:ext cx="49313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Maintained and improved the daily Zendesk signup report script: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Integrated external email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Output includes multi-tab Excel file (raw + summary)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Improved date validation and fallback logic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• Created and deployed new Zendesk form for IT Cloud Requests     - </a:t>
            </a:r>
            <a:r>
              <a:rPr lang="en-US" sz="1200" dirty="0" err="1"/>
              <a:t>Napta</a:t>
            </a:r>
            <a:r>
              <a:rPr lang="en-US" sz="1200" dirty="0"/>
              <a:t> project code (validated)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- Azure region selection, TPM quotas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- </a:t>
            </a:r>
            <a:r>
              <a:rPr lang="en-US" sz="1200" dirty="0" err="1"/>
              <a:t>Dashlane</a:t>
            </a:r>
            <a:r>
              <a:rPr lang="en-US" sz="1200" dirty="0"/>
              <a:t> recipient configuration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Working on Proprietary Dataset form with Romain </a:t>
            </a:r>
            <a:r>
              <a:rPr lang="en-US" sz="1200" dirty="0" err="1"/>
              <a:t>Castellari</a:t>
            </a:r>
            <a:r>
              <a:rPr lang="en-US" sz="1200" dirty="0"/>
              <a:t>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Schedualed</a:t>
            </a:r>
            <a:r>
              <a:rPr lang="en-US" sz="1200" dirty="0"/>
              <a:t> live working session for complex form changes </a:t>
            </a:r>
          </a:p>
        </p:txBody>
      </p:sp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17.06.2025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37BFB-26AB-41A4-A002-590A4E2B223C}"/>
              </a:ext>
            </a:extLst>
          </p:cNvPr>
          <p:cNvSpPr txBox="1"/>
          <p:nvPr/>
        </p:nvSpPr>
        <p:spPr>
          <a:xfrm>
            <a:off x="530787" y="1600200"/>
            <a:ext cx="60946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📥 Continue daily signup report exports to Google Drive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✅ Finalize access setup for Ewa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👥 Guide Ewa through full onboarding lifecycle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🎯 Monitor widget behavior in </a:t>
            </a:r>
            <a:r>
              <a:rPr lang="en-US" dirty="0" err="1"/>
              <a:t>FullStory</a:t>
            </a:r>
            <a:r>
              <a:rPr lang="en-US" dirty="0"/>
              <a:t> regarding K-Navigator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🔄 Support the transition to automated approval workflow, adjust based on real user behavior</a:t>
            </a:r>
          </a:p>
        </p:txBody>
      </p:sp>
    </p:spTree>
    <p:extLst>
      <p:ext uri="{BB962C8B-B14F-4D97-AF65-F5344CB8AC3E}">
        <p14:creationId xmlns:p14="http://schemas.microsoft.com/office/powerpoint/2010/main" val="633244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03.06.2025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3281</TotalTime>
  <Words>598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Tahoma</vt:lpstr>
      <vt:lpstr>Office Theme</vt:lpstr>
      <vt:lpstr>Abstra</vt:lpstr>
      <vt:lpstr>Agenda</vt:lpstr>
      <vt:lpstr>Infra &amp; Product Coordination</vt:lpstr>
      <vt:lpstr>Reported &amp; Tracked Issues</vt:lpstr>
      <vt:lpstr>Visual &amp; Helpdesk</vt:lpstr>
      <vt:lpstr>Next Steps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69</cp:revision>
  <dcterms:created xsi:type="dcterms:W3CDTF">2025-01-30T08:33:59Z</dcterms:created>
  <dcterms:modified xsi:type="dcterms:W3CDTF">2025-07-01T11:17:16Z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