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89" r:id="rId5"/>
    <p:sldId id="287" r:id="rId6"/>
    <p:sldId id="288" r:id="rId7"/>
    <p:sldId id="290" r:id="rId8"/>
    <p:sldId id="286" r:id="rId9"/>
    <p:sldId id="281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8" autoAdjust="0"/>
    <p:restoredTop sz="94660"/>
  </p:normalViewPr>
  <p:slideViewPr>
    <p:cSldViewPr>
      <p:cViewPr varScale="1">
        <p:scale>
          <a:sx n="101" d="100"/>
          <a:sy n="101" d="100"/>
        </p:scale>
        <p:origin x="150" y="3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9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8324" y="592622"/>
            <a:ext cx="715518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442742" y="6417355"/>
            <a:ext cx="3458970" cy="133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61548" y="6442016"/>
            <a:ext cx="193675" cy="148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7620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657" y="303639"/>
            <a:ext cx="1287268" cy="28551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178867" y="306099"/>
            <a:ext cx="1714500" cy="320675"/>
          </a:xfrm>
          <a:custGeom>
            <a:avLst/>
            <a:gdLst/>
            <a:ahLst/>
            <a:cxnLst/>
            <a:rect l="l" t="t" r="r" b="b"/>
            <a:pathLst>
              <a:path w="1714500" h="320675">
                <a:moveTo>
                  <a:pt x="0" y="160049"/>
                </a:moveTo>
                <a:lnTo>
                  <a:pt x="8159" y="109461"/>
                </a:lnTo>
                <a:lnTo>
                  <a:pt x="30880" y="65526"/>
                </a:lnTo>
                <a:lnTo>
                  <a:pt x="65526" y="30880"/>
                </a:lnTo>
                <a:lnTo>
                  <a:pt x="109461" y="8159"/>
                </a:lnTo>
                <a:lnTo>
                  <a:pt x="160049" y="0"/>
                </a:lnTo>
                <a:lnTo>
                  <a:pt x="1554449" y="0"/>
                </a:lnTo>
                <a:lnTo>
                  <a:pt x="1615698" y="12183"/>
                </a:lnTo>
                <a:lnTo>
                  <a:pt x="1667621" y="46877"/>
                </a:lnTo>
                <a:lnTo>
                  <a:pt x="1702316" y="98801"/>
                </a:lnTo>
                <a:lnTo>
                  <a:pt x="1714499" y="160049"/>
                </a:lnTo>
                <a:lnTo>
                  <a:pt x="1706340" y="210638"/>
                </a:lnTo>
                <a:lnTo>
                  <a:pt x="1683619" y="254573"/>
                </a:lnTo>
                <a:lnTo>
                  <a:pt x="1648973" y="289219"/>
                </a:lnTo>
                <a:lnTo>
                  <a:pt x="1605038" y="311940"/>
                </a:lnTo>
                <a:lnTo>
                  <a:pt x="1554449" y="320099"/>
                </a:lnTo>
                <a:lnTo>
                  <a:pt x="160049" y="320099"/>
                </a:lnTo>
                <a:lnTo>
                  <a:pt x="109461" y="311940"/>
                </a:lnTo>
                <a:lnTo>
                  <a:pt x="65526" y="289219"/>
                </a:lnTo>
                <a:lnTo>
                  <a:pt x="30880" y="254573"/>
                </a:lnTo>
                <a:lnTo>
                  <a:pt x="8159" y="210638"/>
                </a:lnTo>
                <a:lnTo>
                  <a:pt x="0" y="160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513173" y="364042"/>
            <a:ext cx="104584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ahoma"/>
                <a:cs typeface="Tahoma"/>
              </a:rPr>
              <a:t>Lazar Milicevic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34801" y="2370841"/>
            <a:ext cx="499808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100" spc="-114" dirty="0" err="1"/>
              <a:t>Abstra</a:t>
            </a:r>
            <a:endParaRPr sz="5100" dirty="0"/>
          </a:p>
        </p:txBody>
      </p:sp>
      <p:sp>
        <p:nvSpPr>
          <p:cNvPr id="7" name="object 7"/>
          <p:cNvSpPr txBox="1"/>
          <p:nvPr/>
        </p:nvSpPr>
        <p:spPr>
          <a:xfrm>
            <a:off x="834801" y="2995580"/>
            <a:ext cx="61391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000" spc="-105" dirty="0">
                <a:latin typeface="Tahoma"/>
                <a:cs typeface="Tahoma"/>
              </a:rPr>
              <a:t>Weekly</a:t>
            </a:r>
            <a:r>
              <a:rPr sz="5000" spc="-405" dirty="0">
                <a:latin typeface="Tahoma"/>
                <a:cs typeface="Tahoma"/>
              </a:rPr>
              <a:t> </a:t>
            </a:r>
            <a:r>
              <a:rPr sz="5000" spc="-80" dirty="0">
                <a:latin typeface="Tahoma"/>
                <a:cs typeface="Tahoma"/>
              </a:rPr>
              <a:t>support</a:t>
            </a:r>
            <a:r>
              <a:rPr sz="5000" spc="-400" dirty="0">
                <a:latin typeface="Tahoma"/>
                <a:cs typeface="Tahoma"/>
              </a:rPr>
              <a:t> </a:t>
            </a:r>
            <a:r>
              <a:rPr sz="5000" spc="-75" dirty="0">
                <a:latin typeface="Tahoma"/>
                <a:cs typeface="Tahoma"/>
              </a:rPr>
              <a:t>report</a:t>
            </a:r>
            <a:endParaRPr sz="5000"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1469" y="1848768"/>
            <a:ext cx="4318648" cy="431864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47493" y="3879412"/>
            <a:ext cx="424180" cy="578485"/>
          </a:xfrm>
          <a:custGeom>
            <a:avLst/>
            <a:gdLst/>
            <a:ahLst/>
            <a:cxnLst/>
            <a:rect l="l" t="t" r="r" b="b"/>
            <a:pathLst>
              <a:path w="424180" h="578485">
                <a:moveTo>
                  <a:pt x="0" y="0"/>
                </a:moveTo>
                <a:lnTo>
                  <a:pt x="0" y="469645"/>
                </a:lnTo>
                <a:lnTo>
                  <a:pt x="420094" y="469645"/>
                </a:lnTo>
              </a:path>
              <a:path w="424180" h="578485">
                <a:moveTo>
                  <a:pt x="318572" y="359947"/>
                </a:moveTo>
                <a:lnTo>
                  <a:pt x="424068" y="469133"/>
                </a:lnTo>
                <a:lnTo>
                  <a:pt x="318572" y="57831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11424" y="4194185"/>
            <a:ext cx="4806315" cy="532197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lang="en-US" sz="1600" spc="70" dirty="0">
                <a:latin typeface="Tahoma"/>
                <a:cs typeface="Tahoma"/>
              </a:rPr>
              <a:t>Support, Challenges, </a:t>
            </a:r>
            <a:r>
              <a:rPr lang="en-US" sz="1600" spc="70" dirty="0" err="1">
                <a:latin typeface="Tahoma"/>
                <a:cs typeface="Tahoma"/>
              </a:rPr>
              <a:t>Sollutions</a:t>
            </a:r>
            <a:endParaRPr sz="16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z="1400" spc="10" dirty="0">
                <a:latin typeface="Tahoma"/>
                <a:cs typeface="Tahoma"/>
              </a:rPr>
              <a:t>29.04.2025</a:t>
            </a:r>
            <a:endParaRPr lang="en-US" sz="13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515" y="408633"/>
            <a:ext cx="4888865" cy="1782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0" spc="-10" dirty="0">
                <a:solidFill>
                  <a:srgbClr val="002060"/>
                </a:solidFill>
              </a:rPr>
              <a:t>Agenda</a:t>
            </a:r>
            <a:endParaRPr sz="11500" dirty="0">
              <a:solidFill>
                <a:srgbClr val="002060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4118" y="1348776"/>
            <a:ext cx="2651999" cy="2651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60344" y="4627825"/>
            <a:ext cx="231203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1. Zendesk Ticket Management &amp; Optimization</a:t>
            </a:r>
            <a:endParaRPr lang="en-US" sz="15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84812" y="5635966"/>
            <a:ext cx="21037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2. Infra &amp; Product Coordination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95800" y="4627825"/>
            <a:ext cx="20745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2120" algn="l"/>
              </a:tabLst>
            </a:pPr>
            <a:r>
              <a:rPr lang="en-US" sz="1600" dirty="0"/>
              <a:t>3. Reported &amp; Tracked Issues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33475" y="5635965"/>
            <a:ext cx="295719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4. Visual &amp; Helpdesk Improvements</a:t>
            </a:r>
            <a:endParaRPr sz="1500" dirty="0">
              <a:latin typeface="Tahoma"/>
              <a:cs typeface="Tahoma"/>
            </a:endParaRPr>
          </a:p>
        </p:txBody>
      </p:sp>
      <p:pic>
        <p:nvPicPr>
          <p:cNvPr id="15" name="object 3">
            <a:extLst>
              <a:ext uri="{FF2B5EF4-FFF2-40B4-BE49-F238E27FC236}">
                <a16:creationId xmlns:a16="http://schemas.microsoft.com/office/drawing/2014/main" id="{D7D0A32C-7644-45CA-98CA-35D025CA7A2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1744" y="265876"/>
            <a:ext cx="1287268" cy="285514"/>
          </a:xfrm>
          <a:prstGeom prst="rect">
            <a:avLst/>
          </a:prstGeom>
        </p:spPr>
      </p:pic>
      <p:sp>
        <p:nvSpPr>
          <p:cNvPr id="19" name="object 13">
            <a:extLst>
              <a:ext uri="{FF2B5EF4-FFF2-40B4-BE49-F238E27FC236}">
                <a16:creationId xmlns:a16="http://schemas.microsoft.com/office/drawing/2014/main" id="{FE453CAA-CEC2-4312-8F6D-BA1265865516}"/>
              </a:ext>
            </a:extLst>
          </p:cNvPr>
          <p:cNvSpPr txBox="1"/>
          <p:nvPr/>
        </p:nvSpPr>
        <p:spPr>
          <a:xfrm>
            <a:off x="7010400" y="4621413"/>
            <a:ext cx="167640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5. Next Steps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2A861DC8-E8DF-4533-9F46-FC34E0370B82}"/>
              </a:ext>
            </a:extLst>
          </p:cNvPr>
          <p:cNvSpPr txBox="1"/>
          <p:nvPr/>
        </p:nvSpPr>
        <p:spPr>
          <a:xfrm>
            <a:off x="7010400" y="5629553"/>
            <a:ext cx="167640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6. Q&amp;A</a:t>
            </a:r>
            <a:endParaRPr sz="1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370" y="592622"/>
            <a:ext cx="7058134" cy="391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sz="2400" dirty="0"/>
              <a:t>Zendesk Support &amp; Performance Update</a:t>
            </a:r>
            <a:endParaRPr lang="en-US"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38100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29.04.2025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was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67FE69-0406-4BFE-8A2C-7D97CE7E73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38800" y="1750625"/>
            <a:ext cx="6460067" cy="358534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B560020-C041-44C5-B3D3-BED7CC30C980}"/>
              </a:ext>
            </a:extLst>
          </p:cNvPr>
          <p:cNvSpPr txBox="1"/>
          <p:nvPr/>
        </p:nvSpPr>
        <p:spPr>
          <a:xfrm>
            <a:off x="76200" y="1717674"/>
            <a:ext cx="52578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✅ Created dedicated </a:t>
            </a:r>
            <a:r>
              <a:rPr lang="en-US" sz="1200" b="1" dirty="0"/>
              <a:t>Zendesk view</a:t>
            </a:r>
            <a:r>
              <a:rPr lang="en-US" sz="1200" dirty="0"/>
              <a:t> to track </a:t>
            </a:r>
            <a:r>
              <a:rPr lang="en-US" sz="1200" b="1" dirty="0"/>
              <a:t>K signups</a:t>
            </a:r>
            <a:r>
              <a:rPr lang="en-US" sz="1200" dirty="0"/>
              <a:t>, allowing us to monitor which users signed up and later approve them in Cognito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✅ </a:t>
            </a:r>
            <a:r>
              <a:rPr lang="en-US" sz="1200" b="1" dirty="0"/>
              <a:t>Handled onboarding</a:t>
            </a:r>
            <a:r>
              <a:rPr lang="en-US" sz="1200" dirty="0"/>
              <a:t> for Ness </a:t>
            </a:r>
            <a:r>
              <a:rPr lang="en-US" sz="1200" dirty="0" err="1"/>
              <a:t>Tchenio</a:t>
            </a:r>
            <a:r>
              <a:rPr lang="en-US" sz="1200" dirty="0"/>
              <a:t> and Emilie </a:t>
            </a:r>
            <a:r>
              <a:rPr lang="en-US" sz="1200" dirty="0" err="1"/>
              <a:t>Boissady</a:t>
            </a:r>
            <a:br>
              <a:rPr lang="en-US" sz="1200" dirty="0"/>
            </a:br>
            <a:r>
              <a:rPr lang="en-US" sz="1200" dirty="0"/>
              <a:t>    – Created accounts, assigned Agent roles</a:t>
            </a:r>
            <a:br>
              <a:rPr lang="en-US" sz="1200" dirty="0"/>
            </a:br>
            <a:r>
              <a:rPr lang="en-US" sz="1200" dirty="0"/>
              <a:t>    – Scheduled onboarding sessions and presented key Zendesk features, workflows, and internal processes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✅ Scheduled/rescheduled sessions based on user availability</a:t>
            </a:r>
            <a:br>
              <a:rPr lang="en-US" sz="1200" dirty="0"/>
            </a:br>
            <a:r>
              <a:rPr lang="en-US" sz="1200" dirty="0"/>
              <a:t>✅ Processed onboarding request for </a:t>
            </a:r>
            <a:r>
              <a:rPr lang="en-US" sz="1200" b="1" dirty="0"/>
              <a:t>2 CHUV external users</a:t>
            </a:r>
            <a:br>
              <a:rPr lang="en-US" sz="1200" b="1" dirty="0"/>
            </a:br>
            <a:br>
              <a:rPr lang="en-US" sz="1200" dirty="0"/>
            </a:br>
            <a:r>
              <a:rPr lang="en-US" sz="1200" dirty="0"/>
              <a:t>    – Collected full access data (name, email, institution, VPN &amp; </a:t>
            </a:r>
            <a:r>
              <a:rPr lang="en-US" sz="1200" dirty="0" err="1"/>
              <a:t>WiFi</a:t>
            </a:r>
            <a:r>
              <a:rPr lang="en-US" sz="1200" dirty="0"/>
              <a:t> IPs)</a:t>
            </a:r>
            <a:br>
              <a:rPr lang="en-US" sz="1200" dirty="0"/>
            </a:br>
            <a:r>
              <a:rPr lang="en-US" sz="1200" dirty="0"/>
              <a:t>    – Sent request for IP whitelisting and account creation</a:t>
            </a:r>
            <a:br>
              <a:rPr lang="en-US" sz="1200" dirty="0"/>
            </a:br>
            <a:r>
              <a:rPr lang="en-US" sz="1200" dirty="0"/>
              <a:t>    – Confirmed successful </a:t>
            </a:r>
            <a:r>
              <a:rPr lang="en-US" sz="1200" dirty="0" err="1"/>
              <a:t>Abstra</a:t>
            </a:r>
            <a:r>
              <a:rPr lang="en-US" sz="1200" dirty="0"/>
              <a:t> access</a:t>
            </a:r>
            <a:br>
              <a:rPr lang="en-US" sz="1200" dirty="0"/>
            </a:br>
            <a:r>
              <a:rPr lang="en-US" sz="1200" dirty="0"/>
              <a:t>    – Planned onboarding session and coordinated </a:t>
            </a:r>
            <a:r>
              <a:rPr lang="en-US" sz="1200" dirty="0" err="1"/>
              <a:t>SageMaker</a:t>
            </a:r>
            <a:r>
              <a:rPr lang="en-US" sz="1200" dirty="0"/>
              <a:t> intro support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✅ Preparing </a:t>
            </a:r>
            <a:r>
              <a:rPr lang="en-US" sz="1200" b="1" dirty="0"/>
              <a:t>dedicated Zendesk macros</a:t>
            </a:r>
            <a:r>
              <a:rPr lang="en-US" sz="1200" dirty="0"/>
              <a:t> for onboarding </a:t>
            </a:r>
            <a:r>
              <a:rPr lang="en-US" sz="1200" b="1" dirty="0"/>
              <a:t>Owkin K</a:t>
            </a:r>
            <a:r>
              <a:rPr lang="en-US" sz="1200" dirty="0"/>
              <a:t> users (to automate welcome/follow-up communication)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Ongoing focus: More automation, faster support response times, and better tracking of K users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4" y="592622"/>
            <a:ext cx="71551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Infra &amp; Product Coordination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29.04.2025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CFCE6-1904-4BF1-A229-A5A5AD2D73B8}"/>
              </a:ext>
            </a:extLst>
          </p:cNvPr>
          <p:cNvSpPr txBox="1"/>
          <p:nvPr/>
        </p:nvSpPr>
        <p:spPr>
          <a:xfrm>
            <a:off x="762000" y="10392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Where we are now 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EC8666-CE15-4F1B-B55C-E81056A7A35F}"/>
              </a:ext>
            </a:extLst>
          </p:cNvPr>
          <p:cNvSpPr txBox="1"/>
          <p:nvPr/>
        </p:nvSpPr>
        <p:spPr>
          <a:xfrm>
            <a:off x="304800" y="1524000"/>
            <a:ext cx="41148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✅ </a:t>
            </a:r>
            <a:r>
              <a:rPr lang="en-US" sz="1200" dirty="0" err="1"/>
              <a:t>Cordinated</a:t>
            </a:r>
            <a:r>
              <a:rPr lang="en-US" sz="1200" dirty="0"/>
              <a:t> external user onboarding (CHUV)</a:t>
            </a:r>
            <a:br>
              <a:rPr lang="en-US" sz="1200" dirty="0"/>
            </a:br>
            <a:r>
              <a:rPr lang="en-US" sz="1200" dirty="0"/>
              <a:t>✅ After approving account in Cognito, manually notified Owkin K users by email due to lack of automated confirmation.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✅ Supported SurveySparrow survey request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    – Provided direct public link to the existing NPS survey</a:t>
            </a:r>
            <a:br>
              <a:rPr lang="en-US" sz="1200" dirty="0"/>
            </a:br>
            <a:r>
              <a:rPr lang="en-US" sz="1200" dirty="0"/>
              <a:t>    – Confirmed no login is needed</a:t>
            </a:r>
            <a:br>
              <a:rPr lang="en-US" sz="1200" dirty="0"/>
            </a:br>
            <a:r>
              <a:rPr lang="en-US" sz="1200" dirty="0"/>
              <a:t>    – Verified that responses are consolidated with widget-based submissions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✅ Working on the detecting different Owkin K issues, and reporting them.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CE175B-DBFE-4996-B46E-10165EC9A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0821" y="914400"/>
            <a:ext cx="6012614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733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Reported &amp; Tracked Issues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29.04.2025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Some of them: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727397-E955-493E-A388-042A53F6F824}"/>
              </a:ext>
            </a:extLst>
          </p:cNvPr>
          <p:cNvSpPr txBox="1"/>
          <p:nvPr/>
        </p:nvSpPr>
        <p:spPr>
          <a:xfrm>
            <a:off x="262406" y="1438033"/>
            <a:ext cx="476679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✅ Investigated issue reported by Thea related to </a:t>
            </a:r>
            <a:r>
              <a:rPr lang="en-US" sz="1400" b="1" dirty="0"/>
              <a:t>SurveySparrow widget visibility</a:t>
            </a:r>
            <a:br>
              <a:rPr lang="en-US" sz="1400" b="1" dirty="0"/>
            </a:br>
            <a:br>
              <a:rPr lang="en-US" sz="1400" dirty="0"/>
            </a:br>
            <a:r>
              <a:rPr lang="en-US" sz="1400" dirty="0"/>
              <a:t>    – Widget was visible on my side</a:t>
            </a:r>
            <a:br>
              <a:rPr lang="en-US" sz="1400" dirty="0"/>
            </a:br>
            <a:r>
              <a:rPr lang="en-US" sz="1400" dirty="0"/>
              <a:t>    – Suggested clearing browser cache or using an alternate browser</a:t>
            </a:r>
            <a:br>
              <a:rPr lang="en-US" sz="1400" dirty="0"/>
            </a:br>
            <a:r>
              <a:rPr lang="en-US" sz="1400" dirty="0"/>
              <a:t>    – Still under investigation; </a:t>
            </a:r>
            <a:r>
              <a:rPr lang="en-US" sz="1400" b="1" dirty="0"/>
              <a:t>Linear ticket will be created today</a:t>
            </a:r>
            <a:br>
              <a:rPr lang="en-US" sz="1400" b="1" dirty="0"/>
            </a:br>
            <a:br>
              <a:rPr lang="en-US" sz="1400" dirty="0"/>
            </a:br>
            <a:r>
              <a:rPr lang="en-US" sz="1400" dirty="0"/>
              <a:t>✅ Collected screenshots, logs and planned further reporting via Linear and to Jeremy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5B2633-5A00-405D-9049-BCE23F605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548" y="1438033"/>
            <a:ext cx="6958063" cy="369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828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Visual &amp; Helpdesk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29.04.2025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FFC90F-EE16-400F-BE6F-DA261D21340C}"/>
              </a:ext>
            </a:extLst>
          </p:cNvPr>
          <p:cNvSpPr txBox="1"/>
          <p:nvPr/>
        </p:nvSpPr>
        <p:spPr>
          <a:xfrm>
            <a:off x="76200" y="1464064"/>
            <a:ext cx="5029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✅ Two </a:t>
            </a:r>
            <a:r>
              <a:rPr lang="en-US" b="1" dirty="0"/>
              <a:t>Zendesk onboarding</a:t>
            </a:r>
            <a:r>
              <a:rPr lang="en-US" dirty="0"/>
              <a:t> sessions completed</a:t>
            </a:r>
            <a:br>
              <a:rPr lang="en-US" dirty="0"/>
            </a:br>
            <a:r>
              <a:rPr lang="en-US" dirty="0"/>
              <a:t>    – Presented Zendesk features, support process, and internal tools</a:t>
            </a:r>
            <a:br>
              <a:rPr lang="en-US" dirty="0"/>
            </a:br>
            <a:r>
              <a:rPr lang="en-US" dirty="0"/>
              <a:t>✅ Created </a:t>
            </a:r>
            <a:r>
              <a:rPr lang="en-US" b="1" dirty="0"/>
              <a:t>Zendesk view</a:t>
            </a:r>
            <a:r>
              <a:rPr lang="en-US" dirty="0"/>
              <a:t> for Owkin K signups tracking</a:t>
            </a:r>
            <a:br>
              <a:rPr lang="en-US" dirty="0"/>
            </a:br>
            <a:r>
              <a:rPr lang="en-US" dirty="0"/>
              <a:t>    – To support easier Cognito approvals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A2BCDD-4DA7-4980-AC1E-7145E1EB3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589826"/>
            <a:ext cx="6213196" cy="4495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7E3548B-0E63-482A-8D03-E3B96088F6BB}"/>
              </a:ext>
            </a:extLst>
          </p:cNvPr>
          <p:cNvSpPr txBox="1"/>
          <p:nvPr/>
        </p:nvSpPr>
        <p:spPr>
          <a:xfrm>
            <a:off x="97872" y="3784319"/>
            <a:ext cx="49313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✅ Validated dataset access for Hackathon participants</a:t>
            </a:r>
            <a:br>
              <a:rPr lang="en-US" dirty="0"/>
            </a:br>
            <a:r>
              <a:rPr lang="en-US" dirty="0"/>
              <a:t>    – Confirmed access in </a:t>
            </a:r>
            <a:r>
              <a:rPr lang="en-US" dirty="0" err="1"/>
              <a:t>Abstra</a:t>
            </a:r>
            <a:r>
              <a:rPr lang="en-US" dirty="0"/>
              <a:t> for all three teams</a:t>
            </a:r>
            <a:br>
              <a:rPr lang="en-US" dirty="0"/>
            </a:br>
            <a:r>
              <a:rPr lang="en-US" dirty="0"/>
              <a:t>✅ Supported and follow-up on additional datasets which they required.</a:t>
            </a:r>
          </a:p>
        </p:txBody>
      </p:sp>
    </p:spTree>
    <p:extLst>
      <p:ext uri="{BB962C8B-B14F-4D97-AF65-F5344CB8AC3E}">
        <p14:creationId xmlns:p14="http://schemas.microsoft.com/office/powerpoint/2010/main" val="2457212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Next Steps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29.04.2025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?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437BFB-26AB-41A4-A002-590A4E2B223C}"/>
              </a:ext>
            </a:extLst>
          </p:cNvPr>
          <p:cNvSpPr txBox="1"/>
          <p:nvPr/>
        </p:nvSpPr>
        <p:spPr>
          <a:xfrm>
            <a:off x="530787" y="1600200"/>
            <a:ext cx="609460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Monitor </a:t>
            </a:r>
            <a:r>
              <a:rPr lang="en-US" dirty="0" err="1"/>
              <a:t>FullStory</a:t>
            </a:r>
            <a:r>
              <a:rPr lang="en-US" dirty="0"/>
              <a:t> dashboard and review filters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Create Linear ticket for Thea's feedback visibility issue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Finalize Zendesk macros for Owkin K onboarding process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Continue to support dataset access validation and CHUV user onboarding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Continue investigation of Owkin K UI issues and coordination with product team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Work on the Monthly Support Report</a:t>
            </a:r>
            <a:r>
              <a:rPr lang="en-US" dirty="0"/>
              <a:t> for April during the upcoming days</a:t>
            </a:r>
          </a:p>
        </p:txBody>
      </p:sp>
    </p:spTree>
    <p:extLst>
      <p:ext uri="{BB962C8B-B14F-4D97-AF65-F5344CB8AC3E}">
        <p14:creationId xmlns:p14="http://schemas.microsoft.com/office/powerpoint/2010/main" val="633244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Q&amp;A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 success: Weekly Support Report – 29.04.2025</a:t>
            </a: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?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1F541F-F946-46A9-AF71-65D564609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9" y="688657"/>
            <a:ext cx="4685827" cy="512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07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4888" y="2259134"/>
            <a:ext cx="35109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70" dirty="0"/>
              <a:t>Thank</a:t>
            </a:r>
            <a:r>
              <a:rPr sz="6000" spc="-509" dirty="0"/>
              <a:t> </a:t>
            </a:r>
            <a:r>
              <a:rPr sz="6000" spc="-310" dirty="0"/>
              <a:t>you!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914" y="1692574"/>
            <a:ext cx="3844118" cy="38441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E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2936</TotalTime>
  <Words>745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Calibri</vt:lpstr>
      <vt:lpstr>Tahoma</vt:lpstr>
      <vt:lpstr>Office Theme</vt:lpstr>
      <vt:lpstr>Abstra</vt:lpstr>
      <vt:lpstr>Agenda</vt:lpstr>
      <vt:lpstr>Zendesk Support &amp; Performance Update</vt:lpstr>
      <vt:lpstr>Infra &amp; Product Coordination</vt:lpstr>
      <vt:lpstr>Reported &amp; Tracked Issues</vt:lpstr>
      <vt:lpstr>Visual &amp; Helpdesk</vt:lpstr>
      <vt:lpstr>Next Steps</vt:lpstr>
      <vt:lpstr>Q&amp;A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success: Monthly Support Report - December 2024</dc:title>
  <dc:creator>LM_Win10</dc:creator>
  <cp:lastModifiedBy>Lazar Milicevic</cp:lastModifiedBy>
  <cp:revision>52</cp:revision>
  <dcterms:created xsi:type="dcterms:W3CDTF">2025-01-30T08:33:59Z</dcterms:created>
  <dcterms:modified xsi:type="dcterms:W3CDTF">2025-05-13T07:38:06Z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2025-01-30T00:00:00Z</vt:filetime>
  </property>
  <property fmtid="{D5CDD505-2E9C-101B-9397-08002B2CF9AE}" pid="3" name="Creator">
    <vt:lpwstr>Google</vt:lpwstr>
  </property>
  <property fmtid="{D5CDD505-2E9C-101B-9397-08002B2CF9AE}" pid="4" name="LastSaved">
    <vt:filetime>2025-01-30T00:00:00Z</vt:filetime>
  </property>
</Properties>
</file>