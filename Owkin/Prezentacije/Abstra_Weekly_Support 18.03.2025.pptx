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83" r:id="rId5"/>
    <p:sldId id="289" r:id="rId6"/>
    <p:sldId id="287" r:id="rId7"/>
    <p:sldId id="288" r:id="rId8"/>
    <p:sldId id="286" r:id="rId9"/>
    <p:sldId id="281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8" autoAdjust="0"/>
    <p:restoredTop sz="94660"/>
  </p:normalViewPr>
  <p:slideViewPr>
    <p:cSldViewPr>
      <p:cViewPr varScale="1">
        <p:scale>
          <a:sx n="78" d="100"/>
          <a:sy n="78" d="100"/>
        </p:scale>
        <p:origin x="82" y="23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257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300" spc="60" dirty="0">
                <a:latin typeface="Tahoma"/>
                <a:cs typeface="Tahoma"/>
              </a:rPr>
              <a:t>04.03.2025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344" y="4627825"/>
            <a:ext cx="23120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Zendesk Support &amp; Performance Update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04239" y="4627825"/>
            <a:ext cx="210375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3. </a:t>
            </a:r>
            <a:r>
              <a:rPr lang="en-US" sz="1600" dirty="0" err="1"/>
              <a:t>Abstra</a:t>
            </a:r>
            <a:r>
              <a:rPr lang="en-US" sz="1600" dirty="0"/>
              <a:t> Onboarding Documentation Review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8882" y="5713805"/>
            <a:ext cx="186715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NPS Tool Implementation Progress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33449" y="5635967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4. Challenges &amp; Solutions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67600" y="4627825"/>
            <a:ext cx="295719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Next Steps &amp; Focus Areas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FE453CAA-CEC2-4312-8F6D-BA1265865516}"/>
              </a:ext>
            </a:extLst>
          </p:cNvPr>
          <p:cNvSpPr txBox="1"/>
          <p:nvPr/>
        </p:nvSpPr>
        <p:spPr>
          <a:xfrm>
            <a:off x="7467600" y="5672102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6. Q&amp;A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sz="2400" dirty="0"/>
              <a:t>Zendesk Support &amp; Performance Update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11.03.2025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7FE69-0406-4BFE-8A2C-7D97CE7E73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8800" y="1750625"/>
            <a:ext cx="6460067" cy="35853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560020-C041-44C5-B3D3-BED7CC30C980}"/>
              </a:ext>
            </a:extLst>
          </p:cNvPr>
          <p:cNvSpPr txBox="1"/>
          <p:nvPr/>
        </p:nvSpPr>
        <p:spPr>
          <a:xfrm>
            <a:off x="76200" y="1717674"/>
            <a:ext cx="5257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✅ </a:t>
            </a:r>
            <a:r>
              <a:rPr lang="en-US" sz="1200" b="1" dirty="0"/>
              <a:t>Maintaining fast response times</a:t>
            </a:r>
            <a:r>
              <a:rPr lang="en-US" sz="1200" dirty="0"/>
              <a:t> – First response time remains </a:t>
            </a:r>
            <a:r>
              <a:rPr lang="en-US" sz="1200" b="1" dirty="0"/>
              <a:t>below 15 minutes</a:t>
            </a:r>
            <a:r>
              <a:rPr lang="en-US" sz="1200" dirty="0"/>
              <a:t> for every ticket.</a:t>
            </a:r>
          </a:p>
          <a:p>
            <a:endParaRPr lang="en-US" sz="1200" dirty="0"/>
          </a:p>
          <a:p>
            <a:r>
              <a:rPr lang="en-US" sz="1200" dirty="0"/>
              <a:t>✅ </a:t>
            </a:r>
            <a:r>
              <a:rPr lang="en-US" sz="1200" b="1" dirty="0"/>
              <a:t>Handling L2 tickets</a:t>
            </a:r>
            <a:r>
              <a:rPr lang="en-US" sz="1200" dirty="0"/>
              <a:t> – Actively working on </a:t>
            </a:r>
            <a:r>
              <a:rPr lang="en-US" sz="1200" b="1" dirty="0"/>
              <a:t>whitelisting domain requests</a:t>
            </a:r>
            <a:r>
              <a:rPr lang="en-US" sz="1200" dirty="0"/>
              <a:t>, ensuring smooth access management.</a:t>
            </a:r>
          </a:p>
          <a:p>
            <a:endParaRPr lang="en-US" sz="1200" dirty="0"/>
          </a:p>
          <a:p>
            <a:r>
              <a:rPr lang="en-US" sz="1200" dirty="0"/>
              <a:t>✅ </a:t>
            </a:r>
            <a:r>
              <a:rPr lang="en-US" sz="1200" b="1" dirty="0"/>
              <a:t>Dataset Creation Form Enhancement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Working to solve </a:t>
            </a:r>
            <a:r>
              <a:rPr lang="en-US" sz="1200" b="1" dirty="0"/>
              <a:t>Zendesk’s lack of multiselect fields support</a:t>
            </a:r>
            <a:r>
              <a:rPr lang="en-US" sz="1200" dirty="0"/>
              <a:t> with </a:t>
            </a:r>
            <a:r>
              <a:rPr lang="en-US" sz="1200" b="1" dirty="0"/>
              <a:t>custom JavaScript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Ensured </a:t>
            </a:r>
            <a:r>
              <a:rPr lang="en-US" sz="1200" b="1" dirty="0"/>
              <a:t>real-time </a:t>
            </a:r>
            <a:r>
              <a:rPr lang="en-US" sz="1200" b="1" dirty="0" err="1"/>
              <a:t>submodalities</a:t>
            </a:r>
            <a:r>
              <a:rPr lang="en-US" sz="1200" b="1" dirty="0"/>
              <a:t> updates</a:t>
            </a:r>
            <a:r>
              <a:rPr lang="en-US" sz="1200" dirty="0"/>
              <a:t> based on user selections.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Fine-tuning ongoing for </a:t>
            </a:r>
            <a:r>
              <a:rPr lang="en-US" sz="1200" b="1" dirty="0"/>
              <a:t>seamless dataset request handling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dirty="0"/>
              <a:t>🚀 </a:t>
            </a:r>
            <a:r>
              <a:rPr lang="en-US" sz="1200" b="1" dirty="0"/>
              <a:t>Continued focus on speed, accuracy, and process automation.</a:t>
            </a:r>
            <a:endParaRPr lang="en-US" sz="1200" dirty="0"/>
          </a:p>
          <a:p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NPS Tool Implementation Progress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11.03.2025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152400" y="1828800"/>
            <a:ext cx="4495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NPS Tool Implementation Progress</a:t>
            </a:r>
          </a:p>
          <a:p>
            <a:endParaRPr lang="en-US" sz="1400" b="1" dirty="0"/>
          </a:p>
          <a:p>
            <a:r>
              <a:rPr lang="en-US" sz="1400" dirty="0"/>
              <a:t>✅ </a:t>
            </a:r>
            <a:r>
              <a:rPr lang="en-US" sz="1400" b="1" dirty="0"/>
              <a:t>Meeting with Jeremy (Frontend Developer)</a:t>
            </a:r>
            <a:r>
              <a:rPr lang="en-US" sz="1400" dirty="0"/>
              <a:t> – Walked him through the </a:t>
            </a:r>
            <a:r>
              <a:rPr lang="en-US" sz="1400" b="1" dirty="0" err="1"/>
              <a:t>SurveySparrow</a:t>
            </a:r>
            <a:r>
              <a:rPr lang="en-US" sz="1400" b="1" dirty="0"/>
              <a:t> widget</a:t>
            </a:r>
            <a:r>
              <a:rPr lang="en-US" sz="1400" dirty="0"/>
              <a:t>, explained platform functionalities, and granted him access.</a:t>
            </a:r>
          </a:p>
          <a:p>
            <a:endParaRPr lang="en-US" sz="1400" dirty="0"/>
          </a:p>
          <a:p>
            <a:r>
              <a:rPr lang="en-US" sz="1400" dirty="0"/>
              <a:t>✅ </a:t>
            </a:r>
            <a:r>
              <a:rPr lang="en-US" sz="1400" b="1" dirty="0"/>
              <a:t>Approval from Adi</a:t>
            </a:r>
            <a:r>
              <a:rPr lang="en-US" sz="1400" dirty="0"/>
              <a:t> – Confirmed that </a:t>
            </a:r>
            <a:r>
              <a:rPr lang="en-US" sz="1400" b="1" dirty="0" err="1"/>
              <a:t>SurveySparrow</a:t>
            </a:r>
            <a:r>
              <a:rPr lang="en-US" sz="1400" b="1" dirty="0"/>
              <a:t> will replace the current Owkin K feedback widget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🚀 </a:t>
            </a:r>
            <a:r>
              <a:rPr lang="en-US" sz="1400" b="1" dirty="0"/>
              <a:t>Status:</a:t>
            </a:r>
            <a:r>
              <a:rPr lang="en-US" sz="1400" dirty="0"/>
              <a:t> Implementation is now in progress.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7D66C7-D99C-4038-B2B3-785964E20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408548"/>
            <a:ext cx="3707453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0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Abstra</a:t>
            </a:r>
            <a:r>
              <a:rPr lang="en-US" dirty="0"/>
              <a:t> Onboarding Documentation Review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11.03.2025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304800" y="1524000"/>
            <a:ext cx="66320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✅ </a:t>
            </a:r>
            <a:r>
              <a:rPr lang="en-US" sz="1200" b="1" dirty="0"/>
              <a:t>Reviewed and identified necessary updates</a:t>
            </a:r>
            <a:r>
              <a:rPr lang="en-US" sz="1200" dirty="0"/>
              <a:t> in onboarding materials for </a:t>
            </a:r>
            <a:r>
              <a:rPr lang="en-US" sz="1200" b="1" dirty="0"/>
              <a:t>external users</a:t>
            </a:r>
            <a:r>
              <a:rPr lang="en-US" sz="1200" dirty="0"/>
              <a:t>, ensuring alignment with </a:t>
            </a:r>
            <a:r>
              <a:rPr lang="en-US" sz="1200" b="1" dirty="0"/>
              <a:t>current workflows and access requirements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dirty="0"/>
              <a:t>📌 </a:t>
            </a:r>
            <a:r>
              <a:rPr lang="en-US" sz="1200" b="1" dirty="0"/>
              <a:t>Documents reviewed: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Google Slides (</a:t>
            </a:r>
            <a:r>
              <a:rPr lang="en-US" sz="1200" b="1" dirty="0" err="1"/>
              <a:t>Abstra</a:t>
            </a:r>
            <a:r>
              <a:rPr lang="en-US" sz="1200" b="1" dirty="0"/>
              <a:t> Onboarding Presentation)</a:t>
            </a:r>
            <a:r>
              <a:rPr lang="en-US" sz="1200" dirty="0"/>
              <a:t> – Checked slides for outdated </a:t>
            </a:r>
            <a:r>
              <a:rPr lang="en-US" sz="1200" b="1" dirty="0"/>
              <a:t>UI elements, roadmap</a:t>
            </a:r>
          </a:p>
          <a:p>
            <a:r>
              <a:rPr lang="en-US" sz="1200" b="1" dirty="0"/>
              <a:t> adjustments, and dataset management process updates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/>
              <a:t>Abstra</a:t>
            </a:r>
            <a:r>
              <a:rPr lang="en-US" sz="1200" b="1" dirty="0"/>
              <a:t> Documentation (Self-Onboarding Guide)</a:t>
            </a:r>
            <a:r>
              <a:rPr lang="en-US" sz="1200" dirty="0"/>
              <a:t> – Assessed </a:t>
            </a:r>
            <a:r>
              <a:rPr lang="en-US" sz="1200" b="1" dirty="0"/>
              <a:t>Projects &amp; Workspaces, Dataset Workflow, and Complete Datasets</a:t>
            </a:r>
            <a:r>
              <a:rPr lang="en-US" sz="1200" dirty="0"/>
              <a:t> sections for necessary revisions.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Changelog Verification</a:t>
            </a:r>
            <a:r>
              <a:rPr lang="en-US" sz="1200" dirty="0"/>
              <a:t> – Ensured all </a:t>
            </a:r>
            <a:r>
              <a:rPr lang="en-US" sz="1200" b="1" dirty="0"/>
              <a:t>2025 changes</a:t>
            </a:r>
            <a:r>
              <a:rPr lang="en-US" sz="1200" dirty="0"/>
              <a:t> are accurately reflected in documentation.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dirty="0"/>
              <a:t>✅ </a:t>
            </a:r>
            <a:r>
              <a:rPr lang="en-US" sz="1200" b="1" dirty="0"/>
              <a:t>Finalized report</a:t>
            </a:r>
            <a:r>
              <a:rPr lang="en-US" sz="1200" dirty="0"/>
              <a:t> – The </a:t>
            </a:r>
            <a:r>
              <a:rPr lang="en-US" sz="1200" b="1" dirty="0"/>
              <a:t>full report is now available on the Notion page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dirty="0"/>
              <a:t>🚀 </a:t>
            </a:r>
            <a:r>
              <a:rPr lang="en-US" sz="1200" b="1" dirty="0"/>
              <a:t>Next Focus: Owkin K Documentation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Owkin K is set for </a:t>
            </a:r>
            <a:r>
              <a:rPr lang="en-US" sz="1200" b="1" dirty="0"/>
              <a:t>internal launch on March 31</a:t>
            </a:r>
            <a:r>
              <a:rPr lang="en-US" sz="1200" dirty="0"/>
              <a:t>, so documentation must be </a:t>
            </a:r>
            <a:r>
              <a:rPr lang="en-US" sz="1200" b="1" dirty="0"/>
              <a:t>fully prepared by then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Meeting today with Adi Ravia and Adrien </a:t>
            </a:r>
            <a:r>
              <a:rPr lang="en-US" sz="1200" b="1" dirty="0" err="1"/>
              <a:t>Darbier</a:t>
            </a:r>
            <a:r>
              <a:rPr lang="en-US" sz="1200" dirty="0"/>
              <a:t> to align on priorities and next steps.</a:t>
            </a:r>
          </a:p>
          <a:p>
            <a:endParaRPr lang="en-US" sz="1200" dirty="0"/>
          </a:p>
          <a:p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4AD884-882F-49A3-90B2-298FB75DD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00200"/>
            <a:ext cx="4778765" cy="375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733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Challenges &amp; Solutions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11.03.2025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27397-E955-493E-A388-042A53F6F824}"/>
              </a:ext>
            </a:extLst>
          </p:cNvPr>
          <p:cNvSpPr txBox="1"/>
          <p:nvPr/>
        </p:nvSpPr>
        <p:spPr>
          <a:xfrm>
            <a:off x="268324" y="1501772"/>
            <a:ext cx="556259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🔹 </a:t>
            </a:r>
            <a:r>
              <a:rPr lang="en-US" sz="1400" b="1" dirty="0"/>
              <a:t>Challenge: Zendesk form limitations with multiselect fields</a:t>
            </a:r>
          </a:p>
          <a:p>
            <a:br>
              <a:rPr lang="en-US" sz="1400" dirty="0"/>
            </a:br>
            <a:r>
              <a:rPr lang="en-US" sz="1400" dirty="0"/>
              <a:t>✅ </a:t>
            </a:r>
            <a:r>
              <a:rPr lang="en-US" sz="1400" b="1" dirty="0"/>
              <a:t>Solution:</a:t>
            </a:r>
            <a:r>
              <a:rPr lang="en-US" sz="1400" dirty="0"/>
              <a:t> Implemented </a:t>
            </a:r>
            <a:r>
              <a:rPr lang="en-US" sz="1400" b="1" dirty="0"/>
              <a:t>custom JavaScript</a:t>
            </a:r>
            <a:r>
              <a:rPr lang="en-US" sz="1400" dirty="0"/>
              <a:t> in the </a:t>
            </a:r>
            <a:r>
              <a:rPr lang="en-US" sz="1400" b="1" dirty="0"/>
              <a:t>Zendesk web theme</a:t>
            </a:r>
            <a:r>
              <a:rPr lang="en-US" sz="1400" dirty="0"/>
              <a:t> to dynamically manage </a:t>
            </a:r>
            <a:r>
              <a:rPr lang="en-US" sz="1400" dirty="0" err="1"/>
              <a:t>submodalities</a:t>
            </a:r>
            <a:r>
              <a:rPr lang="en-US" sz="1400" dirty="0"/>
              <a:t> visibility, ensuring correct field behavior.</a:t>
            </a:r>
          </a:p>
          <a:p>
            <a:endParaRPr lang="en-US" sz="1400" dirty="0"/>
          </a:p>
          <a:p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464F22-6DFD-4323-B177-373C5FBD3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0" y="2971800"/>
            <a:ext cx="6227739" cy="260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2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Next Steps &amp; Focus Areas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11.03.2025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will be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370" y="1578006"/>
            <a:ext cx="4740030" cy="3029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400" dirty="0"/>
              <a:t>✅ </a:t>
            </a:r>
            <a:r>
              <a:rPr lang="en-US" sz="1400" b="1" dirty="0"/>
              <a:t>Finalize Dataset Creation Form</a:t>
            </a:r>
            <a:r>
              <a:rPr lang="en-US" sz="1400" dirty="0"/>
              <a:t> – The form now contains </a:t>
            </a:r>
            <a:r>
              <a:rPr lang="en-US" sz="1400" b="1" dirty="0"/>
              <a:t>300+ fields</a:t>
            </a:r>
            <a:r>
              <a:rPr lang="en-US" sz="1400" dirty="0"/>
              <a:t>, making it highly complex, but it’s </a:t>
            </a:r>
            <a:r>
              <a:rPr lang="en-US" sz="1400" b="1" dirty="0"/>
              <a:t>nearing completion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✅ </a:t>
            </a:r>
            <a:r>
              <a:rPr lang="en-US" sz="1400" b="1" dirty="0"/>
              <a:t>Owkin K Documentation</a:t>
            </a:r>
            <a:r>
              <a:rPr lang="en-US" sz="1400" dirty="0"/>
              <a:t> – Begin working on </a:t>
            </a:r>
            <a:r>
              <a:rPr lang="en-US" sz="1400" b="1" dirty="0"/>
              <a:t>documentation</a:t>
            </a:r>
            <a:r>
              <a:rPr lang="en-US" sz="1400" dirty="0"/>
              <a:t> for Owkin K.</a:t>
            </a:r>
          </a:p>
          <a:p>
            <a:endParaRPr lang="en-US" sz="1400" dirty="0"/>
          </a:p>
          <a:p>
            <a:r>
              <a:rPr lang="en-US" sz="1400" dirty="0"/>
              <a:t>✅ </a:t>
            </a:r>
            <a:r>
              <a:rPr lang="en-US" sz="1400" b="1" dirty="0"/>
              <a:t>Support Strategy for Owkin K Users</a:t>
            </a:r>
            <a:r>
              <a:rPr lang="en-US" sz="1400" dirty="0"/>
              <a:t> – Developing a </a:t>
            </a:r>
            <a:r>
              <a:rPr lang="en-US" sz="1400" b="1" dirty="0"/>
              <a:t>prediction model and structured plan</a:t>
            </a:r>
            <a:r>
              <a:rPr lang="en-US" sz="1400" dirty="0"/>
              <a:t> for handling user support efficiently.</a:t>
            </a:r>
          </a:p>
          <a:p>
            <a:endParaRPr lang="en-US" sz="1400" dirty="0"/>
          </a:p>
          <a:p>
            <a:r>
              <a:rPr lang="en-US" sz="1400" dirty="0"/>
              <a:t>✅ </a:t>
            </a:r>
            <a:r>
              <a:rPr lang="en-US" sz="1400" b="1" dirty="0"/>
              <a:t>Increasing L2 Ticket Handling</a:t>
            </a:r>
            <a:r>
              <a:rPr lang="en-US" sz="1400" dirty="0"/>
              <a:t> – Continuing to take on </a:t>
            </a:r>
            <a:r>
              <a:rPr lang="en-US" sz="1400" b="1" dirty="0"/>
              <a:t>more L2 tickets</a:t>
            </a:r>
            <a:r>
              <a:rPr lang="en-US" sz="1400" dirty="0"/>
              <a:t>, expanding expertise in advanced troubleshooting.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BA0A04-0ABA-4043-9DA8-0A5BEE82D7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44821" y="739480"/>
            <a:ext cx="3894579" cy="496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12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Q&amp;A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25.02.2025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2798</TotalTime>
  <Words>665</Words>
  <Application>Microsoft Office PowerPoint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Tahoma</vt:lpstr>
      <vt:lpstr>Office Theme</vt:lpstr>
      <vt:lpstr>Abstra</vt:lpstr>
      <vt:lpstr>Agenda</vt:lpstr>
      <vt:lpstr>Zendesk Support &amp; Performance Update</vt:lpstr>
      <vt:lpstr>NPS Tool Implementation Progress</vt:lpstr>
      <vt:lpstr>Abstra Onboarding Documentation Review</vt:lpstr>
      <vt:lpstr>Challenges &amp; Solutions</vt:lpstr>
      <vt:lpstr>Next Steps &amp; Focus Areas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38</cp:revision>
  <dcterms:created xsi:type="dcterms:W3CDTF">2025-01-30T08:33:59Z</dcterms:created>
  <dcterms:modified xsi:type="dcterms:W3CDTF">2025-03-11T09:36:55Z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