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91" r:id="rId5"/>
    <p:sldId id="287" r:id="rId6"/>
    <p:sldId id="288" r:id="rId7"/>
    <p:sldId id="290" r:id="rId8"/>
    <p:sldId id="286" r:id="rId9"/>
    <p:sldId id="28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>
      <p:cViewPr varScale="1">
        <p:scale>
          <a:sx n="101" d="100"/>
          <a:sy n="101" d="100"/>
        </p:scale>
        <p:origin x="150" y="3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ear.app/owkin/issue/AIP-202/k-sign-up-button-cut-off-on-safari-iphone-16-pro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17.06.2025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Ticket Management &amp; Optimization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84812" y="5635966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Infra &amp; Product Coordination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800" y="4627825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3. Reported &amp; Tracked Issues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475" y="5635965"/>
            <a:ext cx="29571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4. Visual &amp; Helpdesk Improvements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010400" y="462141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7010400" y="562955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370" y="592622"/>
            <a:ext cx="7058134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Zendesk Support &amp; Performance Update</a:t>
            </a:r>
            <a:endParaRPr lang="en-US"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17.06.2025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FE69-0406-4BFE-8A2C-7D97CE7E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1750625"/>
            <a:ext cx="6460067" cy="3585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8238" y="1405717"/>
            <a:ext cx="5638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Support Rotation: Every Monday continuously – Set up Agent rotation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K-Navigator Login Issue (Cillian Ross): Enabled account manually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JumpCloud</a:t>
            </a:r>
            <a:r>
              <a:rPr lang="en-US" sz="1200" dirty="0"/>
              <a:t> Access (Mathia </a:t>
            </a:r>
            <a:r>
              <a:rPr lang="en-US" sz="1200" dirty="0" err="1"/>
              <a:t>Haure-Touze</a:t>
            </a:r>
            <a:r>
              <a:rPr lang="en-US" sz="1200" dirty="0"/>
              <a:t>): Clarified no direct access – redirected to IT support Slack channel and offered to follow up if needed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Provided feedback to Frontend and Infra teams on real vs. expected onboarding 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Coordinated with Marketing to align technical implementation before launching reactivation emails for the previously rejected users from K-Navigator.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Participated in internal planning for fallback workflows and manual override mechanisms related to K-Navigator 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Infra &amp; Product Coordination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17.06.2025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65370" y="1905000"/>
            <a:ext cx="4953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Coordinated external user onboarding (Mosaic)</a:t>
            </a: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Working on the detecting different </a:t>
            </a:r>
            <a:r>
              <a:rPr lang="en-US" sz="1200" b="1" dirty="0"/>
              <a:t>Owkin K issues</a:t>
            </a:r>
            <a:r>
              <a:rPr lang="en-US" sz="1200" dirty="0"/>
              <a:t>, and reporting them.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 have now </a:t>
            </a:r>
            <a:r>
              <a:rPr lang="en-US" sz="1200" b="1" dirty="0"/>
              <a:t>Cursor Admin access</a:t>
            </a:r>
            <a:r>
              <a:rPr lang="en-US" sz="1200" dirty="0"/>
              <a:t>, currently managing Cursor related req 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 err="1"/>
              <a:t>WireGuard</a:t>
            </a:r>
            <a:r>
              <a:rPr lang="en-US" sz="1200" b="1" dirty="0"/>
              <a:t> VPN access for multiple external users </a:t>
            </a:r>
            <a:r>
              <a:rPr lang="en-US" sz="1200" dirty="0" err="1"/>
              <a:t>uests</a:t>
            </a:r>
            <a:r>
              <a:rPr lang="en-US" sz="1200" dirty="0"/>
              <a:t> and approvals.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Setup with setup guides and live calls. </a:t>
            </a:r>
          </a:p>
          <a:p>
            <a:endParaRPr lang="en-US" sz="1200" dirty="0"/>
          </a:p>
          <a:p>
            <a:r>
              <a:rPr lang="en-US" sz="1200" b="1" dirty="0"/>
              <a:t>Held multiple 1:1 sessions </a:t>
            </a:r>
            <a:r>
              <a:rPr lang="en-US" sz="1200" dirty="0"/>
              <a:t>with Hackathon users </a:t>
            </a:r>
            <a:r>
              <a:rPr lang="en-US" sz="1200" b="1" dirty="0"/>
              <a:t>to restore access after IP changes</a:t>
            </a:r>
          </a:p>
          <a:p>
            <a:endParaRPr lang="en-US" sz="1200" dirty="0"/>
          </a:p>
          <a:p>
            <a:r>
              <a:rPr lang="en-US" sz="1200" dirty="0"/>
              <a:t>Collaborated with Product, AI, and IT teams on onboarding flow improvements and permission coordination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821" y="914400"/>
            <a:ext cx="601261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24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Reported &amp; Tracked Issues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17.06.2025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2633-5A00-405D-9049-BCE23F60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48" y="1438033"/>
            <a:ext cx="6958063" cy="369024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DD9E7C3-F532-46D8-9DA9-875DE5C9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51877"/>
            <a:ext cx="49613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Closely monitored end-to-end onboarding for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external users: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Manual account creation 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Keycloak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Automated Terms of Use email and OTP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Manual Zendesk email with instructions for accessing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users who didn’t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cross-checked tickets and followed up directly.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1:1 onboarding sessions with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external users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 Mosaic, Hackathon), resolving access and login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Supported Hackathon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participants facing IP change issues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resolved via live sessions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Collaborated closely with Ewa Kondratowicz to align Cognito dat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a, onboarding flow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marketing expectations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Flagged edge cases of users present 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Keycloak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not visible 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contributed to refining the access flow</a:t>
            </a:r>
          </a:p>
        </p:txBody>
      </p:sp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Visual &amp; Helpdesk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17.06.2025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76200" y="1464064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3 </a:t>
            </a:r>
            <a:r>
              <a:rPr lang="en-US" sz="1200" b="1" dirty="0"/>
              <a:t>Zendesk onboarding</a:t>
            </a:r>
            <a:r>
              <a:rPr lang="en-US" sz="1200" dirty="0"/>
              <a:t> sessions completed</a:t>
            </a:r>
            <a:br>
              <a:rPr lang="en-US" sz="1200" dirty="0"/>
            </a:br>
            <a:r>
              <a:rPr lang="en-US" sz="1200" dirty="0"/>
              <a:t>    – Presented Zendesk features, support process, and internal tools</a:t>
            </a:r>
            <a:br>
              <a:rPr lang="en-US" sz="1200" dirty="0"/>
            </a:br>
            <a:r>
              <a:rPr lang="en-US" sz="1200" dirty="0"/>
              <a:t>✅ Created </a:t>
            </a:r>
            <a:r>
              <a:rPr lang="en-US" sz="1200" b="1" dirty="0"/>
              <a:t>Zendesk view</a:t>
            </a:r>
            <a:r>
              <a:rPr lang="en-US" sz="1200" dirty="0"/>
              <a:t> for Owkin K signups tracking</a:t>
            </a:r>
            <a:br>
              <a:rPr lang="en-US" sz="1200" dirty="0"/>
            </a:br>
            <a:r>
              <a:rPr lang="en-US" sz="1200" dirty="0"/>
              <a:t>    – To support easier Cognito approvals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2BCDD-4DA7-4980-AC1E-7145E1EB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585473"/>
            <a:ext cx="6213196" cy="449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E3548B-0E63-482A-8D03-E3B96088F6BB}"/>
              </a:ext>
            </a:extLst>
          </p:cNvPr>
          <p:cNvSpPr txBox="1"/>
          <p:nvPr/>
        </p:nvSpPr>
        <p:spPr>
          <a:xfrm>
            <a:off x="80319" y="2295061"/>
            <a:ext cx="49313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Maintained and improved the daily Zendesk signup report script: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Integrated external email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Output includes multi-tab Excel file (raw + summary)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Improved date validation and fallback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Confirmed deprecation of manual macros for approval — accounts will be now auto-enabled by default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0CE039-4EB7-4635-A761-2E1A0E95BAD1}"/>
              </a:ext>
            </a:extLst>
          </p:cNvPr>
          <p:cNvSpPr txBox="1"/>
          <p:nvPr/>
        </p:nvSpPr>
        <p:spPr>
          <a:xfrm>
            <a:off x="105524" y="3702350"/>
            <a:ext cx="5181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Participated in </a:t>
            </a:r>
            <a:r>
              <a:rPr lang="en-US" sz="1200" b="1" dirty="0"/>
              <a:t>the K-Pro Taskforce</a:t>
            </a:r>
            <a:r>
              <a:rPr lang="en-US" sz="1200" dirty="0"/>
              <a:t>, contributing to the </a:t>
            </a:r>
            <a:r>
              <a:rPr lang="en-US" sz="1200" b="1" dirty="0"/>
              <a:t>new automated approval flow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Manually re-enabled over 200 previously rejected accounts </a:t>
            </a:r>
            <a:r>
              <a:rPr lang="en-US" sz="1200" dirty="0"/>
              <a:t>in one day to prepare for reactivation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Shared a clean list of </a:t>
            </a:r>
            <a:r>
              <a:rPr lang="en-US" sz="1200" b="1" dirty="0"/>
              <a:t>reactivated users with Marketing </a:t>
            </a:r>
            <a:r>
              <a:rPr lang="en-US" sz="1200" dirty="0"/>
              <a:t>for re-engagement campaigns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Continued </a:t>
            </a:r>
            <a:r>
              <a:rPr lang="en-US" sz="1200" b="1" dirty="0"/>
              <a:t>daily manual review of new signup requests for K-Navigator</a:t>
            </a:r>
          </a:p>
          <a:p>
            <a:endParaRPr lang="en-US" sz="1200" dirty="0"/>
          </a:p>
          <a:p>
            <a:r>
              <a:rPr lang="en-US" sz="1200" dirty="0"/>
              <a:t>Reported user experience issues, including:</a:t>
            </a:r>
          </a:p>
          <a:p>
            <a:endParaRPr lang="en-US" sz="1200" dirty="0"/>
          </a:p>
          <a:p>
            <a:r>
              <a:rPr lang="en-US" sz="1200" dirty="0">
                <a:hlinkClick r:id="rId3"/>
              </a:rPr>
              <a:t>    K sign-up button cut off on Safari – iPhone 16 Pro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17.06.2025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7BFB-26AB-41A4-A002-590A4E2B223C}"/>
              </a:ext>
            </a:extLst>
          </p:cNvPr>
          <p:cNvSpPr txBox="1"/>
          <p:nvPr/>
        </p:nvSpPr>
        <p:spPr>
          <a:xfrm>
            <a:off x="530787" y="1600200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📥 Continue daily signup report exports to Google Drive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✅ Finalize access setup for Ewa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👥 Guide Ewa through full onboarding lifecycle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🎯 Monitor widget behavior in </a:t>
            </a:r>
            <a:r>
              <a:rPr lang="en-US" dirty="0" err="1"/>
              <a:t>FullStory</a:t>
            </a:r>
            <a:r>
              <a:rPr lang="en-US" dirty="0"/>
              <a:t> regarding K-Navigator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🔄 Support the transition to automated approval workflow, adjust based on real user behavior</a:t>
            </a:r>
          </a:p>
        </p:txBody>
      </p:sp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03.06.2025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3083</TotalTime>
  <Words>756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Abstra</vt:lpstr>
      <vt:lpstr>Agenda</vt:lpstr>
      <vt:lpstr>Zendesk Support &amp; Performance Update</vt:lpstr>
      <vt:lpstr>Infra &amp; Product Coordination</vt:lpstr>
      <vt:lpstr>Reported &amp; Tracked Issues</vt:lpstr>
      <vt:lpstr>Visual &amp; Helpdesk</vt:lpstr>
      <vt:lpstr>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65</cp:revision>
  <dcterms:created xsi:type="dcterms:W3CDTF">2025-01-30T08:33:59Z</dcterms:created>
  <dcterms:modified xsi:type="dcterms:W3CDTF">2025-07-01T07:58:58Z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