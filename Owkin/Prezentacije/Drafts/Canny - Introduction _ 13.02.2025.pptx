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2" r:id="rId5"/>
    <p:sldId id="283" r:id="rId6"/>
    <p:sldId id="284" r:id="rId7"/>
    <p:sldId id="285" r:id="rId8"/>
    <p:sldId id="287" r:id="rId9"/>
    <p:sldId id="289" r:id="rId10"/>
    <p:sldId id="28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582" y="5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dirty="0"/>
              <a:t>Exploring Canny tool - Main features - Introduction</a:t>
            </a:r>
            <a:endParaRPr sz="510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51883" y="4522281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43801" y="4803578"/>
            <a:ext cx="4806315" cy="5257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Main features, showcase, integrations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300" spc="60" dirty="0">
                <a:latin typeface="Tahoma"/>
                <a:cs typeface="Tahoma"/>
              </a:rPr>
              <a:t>13.02.2024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9869" y="4704240"/>
            <a:ext cx="18704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600" dirty="0"/>
              <a:t>1. Introduction to Canny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7952924" y="6374370"/>
            <a:ext cx="3458970" cy="1333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17534" y="4704240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600" dirty="0"/>
              <a:t>3. How We Can Use Canny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2284" y="5611673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600" dirty="0"/>
              <a:t>2. Why Canny for Owkin?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01903" y="5595824"/>
            <a:ext cx="2074545" cy="748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Understanding the Canny Portal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5377" y="4691320"/>
            <a:ext cx="236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Key Benefits for the Product Team</a:t>
            </a: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6" name="object 13">
            <a:extLst>
              <a:ext uri="{FF2B5EF4-FFF2-40B4-BE49-F238E27FC236}">
                <a16:creationId xmlns:a16="http://schemas.microsoft.com/office/drawing/2014/main" id="{80B93BF7-7458-44B1-97D7-CEE58E831041}"/>
              </a:ext>
            </a:extLst>
          </p:cNvPr>
          <p:cNvSpPr txBox="1"/>
          <p:nvPr/>
        </p:nvSpPr>
        <p:spPr>
          <a:xfrm>
            <a:off x="5495377" y="5595824"/>
            <a:ext cx="2514600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Conclusion</a:t>
            </a:r>
          </a:p>
          <a:p>
            <a:pPr marL="12700">
              <a:spcBef>
                <a:spcPts val="100"/>
              </a:spcBef>
              <a:tabLst>
                <a:tab pos="454659" algn="l"/>
              </a:tabLst>
            </a:pPr>
            <a:endParaRPr lang="en-US" sz="1600"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DB55B1DF-06E4-4A7A-AE74-FD9258AD1EA4}"/>
              </a:ext>
            </a:extLst>
          </p:cNvPr>
          <p:cNvSpPr txBox="1"/>
          <p:nvPr/>
        </p:nvSpPr>
        <p:spPr>
          <a:xfrm>
            <a:off x="8264613" y="4691320"/>
            <a:ext cx="2312036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7. Q&amp;A</a:t>
            </a:r>
          </a:p>
          <a:p>
            <a:pPr marL="12700">
              <a:spcBef>
                <a:spcPts val="100"/>
              </a:spcBef>
              <a:tabLst>
                <a:tab pos="454659" algn="l"/>
              </a:tabLst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Introduction to Canny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4137700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Canny is a </a:t>
            </a:r>
            <a:r>
              <a:rPr lang="en-US" b="1" dirty="0"/>
              <a:t>feedback management tool that helps teams collect, organize, and prioritize</a:t>
            </a:r>
            <a:r>
              <a:rPr lang="en-US" dirty="0"/>
              <a:t> user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allows teams to </a:t>
            </a:r>
            <a:r>
              <a:rPr lang="en-US" b="1" dirty="0"/>
              <a:t>see all feature requests in one place</a:t>
            </a:r>
            <a:r>
              <a:rPr lang="en-US" dirty="0"/>
              <a:t>, making it easier to track what users need.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product teams make </a:t>
            </a:r>
            <a:r>
              <a:rPr lang="en-US" b="1" dirty="0"/>
              <a:t>data-driven decisions</a:t>
            </a:r>
            <a:r>
              <a:rPr lang="en-US" dirty="0"/>
              <a:t> by analyzing feedback trends.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195D9F-D16D-409A-882C-5F56434F2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447800"/>
            <a:ext cx="6833763" cy="4343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818B4D-3765-4A4C-A97C-069600498D8B}"/>
              </a:ext>
            </a:extLst>
          </p:cNvPr>
          <p:cNvSpPr txBox="1"/>
          <p:nvPr/>
        </p:nvSpPr>
        <p:spPr>
          <a:xfrm>
            <a:off x="797914" y="10311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Canny?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Why Canny for Owkin?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4137700" cy="472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Centralized Feature requests</a:t>
            </a:r>
            <a:r>
              <a:rPr lang="en-US" dirty="0"/>
              <a:t>: No more scattered requests from emails, Slack, or Zendesk. </a:t>
            </a:r>
            <a:r>
              <a:rPr lang="en-US" b="1" dirty="0"/>
              <a:t>Everything in one place.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Prioritization with Voting</a:t>
            </a:r>
            <a:r>
              <a:rPr lang="en-US" dirty="0"/>
              <a:t>: Users can vote on feature requests, helping us focus on the most wanted improvements.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Seamless Integration: </a:t>
            </a:r>
            <a:r>
              <a:rPr lang="en-US" dirty="0"/>
              <a:t>Already integrated with Zendesk, allowing direct ticket-to-post conversions.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Transparency: </a:t>
            </a:r>
            <a:r>
              <a:rPr lang="en-US" dirty="0"/>
              <a:t>Users can see request features and know what we are working on.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2860B-C550-4D84-97A1-9A9D8EDAFBBC}"/>
              </a:ext>
            </a:extLst>
          </p:cNvPr>
          <p:cNvSpPr txBox="1"/>
          <p:nvPr/>
        </p:nvSpPr>
        <p:spPr>
          <a:xfrm>
            <a:off x="797914" y="10530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Should We Use Canny?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10AC1-41A1-4497-BAD4-2DA42B50F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727441"/>
            <a:ext cx="7391048" cy="550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41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How We Can Use Canny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413770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Integration with </a:t>
            </a:r>
            <a:r>
              <a:rPr lang="en-US" b="1" dirty="0" err="1"/>
              <a:t>Abstra</a:t>
            </a:r>
            <a:r>
              <a:rPr lang="en-US" b="1" dirty="0"/>
              <a:t> Website: </a:t>
            </a:r>
            <a:r>
              <a:rPr lang="en-US" dirty="0"/>
              <a:t>Embed </a:t>
            </a:r>
            <a:r>
              <a:rPr lang="en-US" dirty="0" err="1"/>
              <a:t>Canny’s</a:t>
            </a:r>
            <a:r>
              <a:rPr lang="en-US" dirty="0"/>
              <a:t> widget on our platform to collect structured feedback.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Sync with Zendesk: </a:t>
            </a:r>
            <a:r>
              <a:rPr lang="en-US" dirty="0"/>
              <a:t>Any feature request submitted via Zendesk is automatically converted into a Canny post.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Organized Feature Requests: </a:t>
            </a:r>
            <a:r>
              <a:rPr lang="en-US" dirty="0"/>
              <a:t>Team members can easily browse, track, and update requests within the Canny portal.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Internal Team Discussions: </a:t>
            </a:r>
            <a:r>
              <a:rPr lang="en-US" dirty="0"/>
              <a:t>Leave internal comments on feedback posts to discuss solutions before implementation.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0493E-AA9A-4516-8C04-0349B96B8659}"/>
              </a:ext>
            </a:extLst>
          </p:cNvPr>
          <p:cNvSpPr txBox="1"/>
          <p:nvPr/>
        </p:nvSpPr>
        <p:spPr>
          <a:xfrm>
            <a:off x="797914" y="10610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Canny’s</a:t>
            </a:r>
            <a:r>
              <a:rPr lang="en-US" dirty="0"/>
              <a:t> Role in Our 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C19863-0DFF-4064-9F4A-92F4B57EE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380" y="902234"/>
            <a:ext cx="7232229" cy="505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Understanding the Canny Portal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4823500" cy="4998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Canny Portal</a:t>
            </a:r>
            <a:r>
              <a:rPr lang="en-US" dirty="0"/>
              <a:t> is where all feedback is stored and managed.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post contains: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Description of the request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Upvotes from users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Comments from both users and our team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Status updates</a:t>
            </a:r>
            <a:r>
              <a:rPr lang="en-US" dirty="0"/>
              <a:t> (Under Review, In Progress, Completed)</a:t>
            </a:r>
          </a:p>
          <a:p>
            <a:pPr marL="457200"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us </a:t>
            </a:r>
            <a:r>
              <a:rPr lang="en-US" b="1" dirty="0"/>
              <a:t>identify patterns</a:t>
            </a:r>
            <a:r>
              <a:rPr lang="en-US" dirty="0"/>
              <a:t> and plan product improvements.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A feature request for an AI-powered data visualization </a:t>
            </a:r>
            <a:r>
              <a:rPr lang="en-US" b="1" dirty="0"/>
              <a:t>tool gets 30 upvotes</a:t>
            </a:r>
            <a:r>
              <a:rPr lang="en-US" dirty="0"/>
              <a:t>. This tells us it’s a high-priority improvement.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26CFD-B79E-4DC4-9732-24E72AAF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550652"/>
            <a:ext cx="5865182" cy="4343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6745F3-58F0-4A86-BB47-19579587912B}"/>
              </a:ext>
            </a:extLst>
          </p:cNvPr>
          <p:cNvSpPr txBox="1"/>
          <p:nvPr/>
        </p:nvSpPr>
        <p:spPr>
          <a:xfrm>
            <a:off x="733328" y="10398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Canny Portal: Where Feedback Lives</a:t>
            </a:r>
          </a:p>
        </p:txBody>
      </p:sp>
    </p:spTree>
    <p:extLst>
      <p:ext uri="{BB962C8B-B14F-4D97-AF65-F5344CB8AC3E}">
        <p14:creationId xmlns:p14="http://schemas.microsoft.com/office/powerpoint/2010/main" val="309019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Key Benefits for the Product 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451870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Better Product Decisions</a:t>
            </a:r>
            <a:r>
              <a:rPr lang="en-US" dirty="0"/>
              <a:t>: Data-driven prioritization rather than guesswork.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Reduced Support Overload</a:t>
            </a:r>
            <a:r>
              <a:rPr lang="en-US" dirty="0"/>
              <a:t>: Users can track progress, reducing repetitive requests.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Improved Collaboration</a:t>
            </a:r>
            <a:r>
              <a:rPr lang="en-US" dirty="0"/>
              <a:t>: Engineers, designers, and PMs can discuss requests directly in Canny.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 Engagement</a:t>
            </a:r>
            <a:r>
              <a:rPr lang="en-US" dirty="0"/>
              <a:t>: Customers feel heard, increasing their satisfaction.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If we notice a trend in feedback about usability issues, we can quickly respond with UX improvements.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26CFD-B79E-4DC4-9732-24E72AAF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550652"/>
            <a:ext cx="6550982" cy="4343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4C74C2-0453-468D-90D7-7F65DF442033}"/>
              </a:ext>
            </a:extLst>
          </p:cNvPr>
          <p:cNvSpPr txBox="1"/>
          <p:nvPr/>
        </p:nvSpPr>
        <p:spPr>
          <a:xfrm>
            <a:off x="739190" y="10527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Our Product Team Benefits</a:t>
            </a:r>
          </a:p>
        </p:txBody>
      </p:sp>
    </p:spTree>
    <p:extLst>
      <p:ext uri="{BB962C8B-B14F-4D97-AF65-F5344CB8AC3E}">
        <p14:creationId xmlns:p14="http://schemas.microsoft.com/office/powerpoint/2010/main" val="18126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413770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Canny helps us </a:t>
            </a:r>
            <a:r>
              <a:rPr lang="en-US" b="1" dirty="0"/>
              <a:t>listen, analyze, and act </a:t>
            </a:r>
            <a:r>
              <a:rPr lang="en-US" dirty="0"/>
              <a:t>on user feedback efficiently.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enables </a:t>
            </a:r>
            <a:r>
              <a:rPr lang="en-US" b="1" dirty="0"/>
              <a:t>a transparent, structured, and scalable way to improve our product.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By integrating Canny into our workflow, we ensure that </a:t>
            </a:r>
            <a:r>
              <a:rPr lang="en-US" b="1" dirty="0"/>
              <a:t>the most impactful features get built.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E5410-3A3E-45D8-B703-BDC9ECFDE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383" y="1347787"/>
            <a:ext cx="6223423" cy="2905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C2F5AA-2A80-41F0-B331-BADA6525B09F}"/>
              </a:ext>
            </a:extLst>
          </p:cNvPr>
          <p:cNvSpPr txBox="1"/>
          <p:nvPr/>
        </p:nvSpPr>
        <p:spPr>
          <a:xfrm>
            <a:off x="747005" y="10266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Canny as a Strategic Tool for Owkin</a:t>
            </a:r>
          </a:p>
        </p:txBody>
      </p:sp>
    </p:spTree>
    <p:extLst>
      <p:ext uri="{BB962C8B-B14F-4D97-AF65-F5344CB8AC3E}">
        <p14:creationId xmlns:p14="http://schemas.microsoft.com/office/powerpoint/2010/main" val="35368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950" y="628949"/>
            <a:ext cx="715518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Q&amp;A 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2C98A8-02FE-4497-AAF3-31D2AADA9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4540" y="1179077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5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2142</TotalTime>
  <Words>710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Tahoma</vt:lpstr>
      <vt:lpstr>Office Theme</vt:lpstr>
      <vt:lpstr>Exploring Canny tool - Main features - Introduction</vt:lpstr>
      <vt:lpstr>Agenda</vt:lpstr>
      <vt:lpstr>Introduction to Canny</vt:lpstr>
      <vt:lpstr>Why Canny for Owkin?</vt:lpstr>
      <vt:lpstr>How We Can Use Canny</vt:lpstr>
      <vt:lpstr>Understanding the Canny Portal</vt:lpstr>
      <vt:lpstr>Key Benefits for the Product Team</vt:lpstr>
      <vt:lpstr>Conclusion</vt:lpstr>
      <vt:lpstr>Q&amp;A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30</cp:revision>
  <dcterms:created xsi:type="dcterms:W3CDTF">2025-01-30T08:33:59Z</dcterms:created>
  <dcterms:modified xsi:type="dcterms:W3CDTF">2025-02-20T17:02:13Z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