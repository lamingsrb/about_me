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82" r:id="rId5"/>
    <p:sldId id="283" r:id="rId6"/>
    <p:sldId id="284" r:id="rId7"/>
    <p:sldId id="285" r:id="rId8"/>
    <p:sldId id="281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582" y="5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9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8324" y="592622"/>
            <a:ext cx="71551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442742" y="6417355"/>
            <a:ext cx="3458970" cy="133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61548" y="6442016"/>
            <a:ext cx="193675" cy="148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notion.so/owkin-1/NPS-Tool-Recommendation-1889d6c3b123802b8250e941f35f551b?pvs=4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657" y="303639"/>
            <a:ext cx="1287268" cy="28551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178867" y="306099"/>
            <a:ext cx="1714500" cy="320675"/>
          </a:xfrm>
          <a:custGeom>
            <a:avLst/>
            <a:gdLst/>
            <a:ahLst/>
            <a:cxnLst/>
            <a:rect l="l" t="t" r="r" b="b"/>
            <a:pathLst>
              <a:path w="1714500" h="320675">
                <a:moveTo>
                  <a:pt x="0" y="160049"/>
                </a:moveTo>
                <a:lnTo>
                  <a:pt x="8159" y="109461"/>
                </a:lnTo>
                <a:lnTo>
                  <a:pt x="30880" y="65526"/>
                </a:lnTo>
                <a:lnTo>
                  <a:pt x="65526" y="30880"/>
                </a:lnTo>
                <a:lnTo>
                  <a:pt x="109461" y="8159"/>
                </a:lnTo>
                <a:lnTo>
                  <a:pt x="160049" y="0"/>
                </a:lnTo>
                <a:lnTo>
                  <a:pt x="1554449" y="0"/>
                </a:lnTo>
                <a:lnTo>
                  <a:pt x="1615698" y="12183"/>
                </a:lnTo>
                <a:lnTo>
                  <a:pt x="1667621" y="46877"/>
                </a:lnTo>
                <a:lnTo>
                  <a:pt x="1702316" y="98801"/>
                </a:lnTo>
                <a:lnTo>
                  <a:pt x="1714499" y="160049"/>
                </a:lnTo>
                <a:lnTo>
                  <a:pt x="1706340" y="210638"/>
                </a:lnTo>
                <a:lnTo>
                  <a:pt x="1683619" y="254573"/>
                </a:lnTo>
                <a:lnTo>
                  <a:pt x="1648973" y="289219"/>
                </a:lnTo>
                <a:lnTo>
                  <a:pt x="1605038" y="311940"/>
                </a:lnTo>
                <a:lnTo>
                  <a:pt x="1554449" y="320099"/>
                </a:lnTo>
                <a:lnTo>
                  <a:pt x="160049" y="320099"/>
                </a:lnTo>
                <a:lnTo>
                  <a:pt x="109461" y="311940"/>
                </a:lnTo>
                <a:lnTo>
                  <a:pt x="65526" y="289219"/>
                </a:lnTo>
                <a:lnTo>
                  <a:pt x="30880" y="254573"/>
                </a:lnTo>
                <a:lnTo>
                  <a:pt x="8159" y="210638"/>
                </a:lnTo>
                <a:lnTo>
                  <a:pt x="0" y="160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513173" y="364042"/>
            <a:ext cx="104584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ahoma"/>
                <a:cs typeface="Tahoma"/>
              </a:rPr>
              <a:t>Lazar Milicevic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4801" y="2370841"/>
            <a:ext cx="499808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100" spc="-114" dirty="0" err="1"/>
              <a:t>Abstra</a:t>
            </a:r>
            <a:endParaRPr sz="5100" dirty="0"/>
          </a:p>
        </p:txBody>
      </p:sp>
      <p:sp>
        <p:nvSpPr>
          <p:cNvPr id="7" name="object 7"/>
          <p:cNvSpPr txBox="1"/>
          <p:nvPr/>
        </p:nvSpPr>
        <p:spPr>
          <a:xfrm>
            <a:off x="834801" y="2995580"/>
            <a:ext cx="61391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spc="-105" dirty="0">
                <a:latin typeface="Tahoma"/>
                <a:cs typeface="Tahoma"/>
              </a:rPr>
              <a:t>Weekly</a:t>
            </a:r>
            <a:r>
              <a:rPr sz="5000" spc="-405" dirty="0">
                <a:latin typeface="Tahoma"/>
                <a:cs typeface="Tahoma"/>
              </a:rPr>
              <a:t> </a:t>
            </a:r>
            <a:r>
              <a:rPr sz="5000" spc="-80" dirty="0">
                <a:latin typeface="Tahoma"/>
                <a:cs typeface="Tahoma"/>
              </a:rPr>
              <a:t>support</a:t>
            </a:r>
            <a:r>
              <a:rPr sz="5000" spc="-400" dirty="0">
                <a:latin typeface="Tahoma"/>
                <a:cs typeface="Tahoma"/>
              </a:rPr>
              <a:t> </a:t>
            </a:r>
            <a:r>
              <a:rPr sz="5000" spc="-75" dirty="0">
                <a:latin typeface="Tahoma"/>
                <a:cs typeface="Tahoma"/>
              </a:rPr>
              <a:t>report</a:t>
            </a:r>
            <a:endParaRPr sz="50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1469" y="1848768"/>
            <a:ext cx="4318648" cy="43186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47493" y="3879412"/>
            <a:ext cx="424180" cy="578485"/>
          </a:xfrm>
          <a:custGeom>
            <a:avLst/>
            <a:gdLst/>
            <a:ahLst/>
            <a:cxnLst/>
            <a:rect l="l" t="t" r="r" b="b"/>
            <a:pathLst>
              <a:path w="424180" h="578485">
                <a:moveTo>
                  <a:pt x="0" y="0"/>
                </a:moveTo>
                <a:lnTo>
                  <a:pt x="0" y="469645"/>
                </a:lnTo>
                <a:lnTo>
                  <a:pt x="420094" y="469645"/>
                </a:lnTo>
              </a:path>
              <a:path w="424180" h="578485">
                <a:moveTo>
                  <a:pt x="318572" y="359947"/>
                </a:moveTo>
                <a:lnTo>
                  <a:pt x="424068" y="469133"/>
                </a:lnTo>
                <a:lnTo>
                  <a:pt x="318572" y="57831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11424" y="4194185"/>
            <a:ext cx="4806315" cy="52578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lang="en-US" sz="1600" spc="70" dirty="0">
                <a:latin typeface="Tahoma"/>
                <a:cs typeface="Tahoma"/>
              </a:rPr>
              <a:t>Support, Challenges, </a:t>
            </a:r>
            <a:r>
              <a:rPr lang="en-US" sz="1600" spc="70" dirty="0" err="1">
                <a:latin typeface="Tahoma"/>
                <a:cs typeface="Tahoma"/>
              </a:rPr>
              <a:t>Sollutions</a:t>
            </a:r>
            <a:endParaRPr sz="1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z="1300" spc="60" dirty="0">
                <a:latin typeface="Tahoma"/>
                <a:cs typeface="Tahoma"/>
              </a:rPr>
              <a:t>30.01.2025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515" y="408633"/>
            <a:ext cx="4888865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0" spc="-10" dirty="0">
                <a:solidFill>
                  <a:srgbClr val="002060"/>
                </a:solidFill>
              </a:rPr>
              <a:t>Agenda</a:t>
            </a:r>
            <a:endParaRPr sz="11500" dirty="0">
              <a:solidFill>
                <a:srgbClr val="002060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5916" y="1144224"/>
            <a:ext cx="2651999" cy="2651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61305" y="4724400"/>
            <a:ext cx="23120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1. Zendesk ↔ AWS Integration Progress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455916" y="4696210"/>
            <a:ext cx="21037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3. Zendesk Ticket Management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9843" y="5810380"/>
            <a:ext cx="262699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7200" algn="l"/>
              </a:tabLst>
            </a:pPr>
            <a:r>
              <a:rPr lang="en-US" sz="1600" dirty="0"/>
              <a:t>2. NPS Tool Evaluation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41204" y="5810380"/>
            <a:ext cx="20745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2120" algn="l"/>
              </a:tabLst>
            </a:pPr>
            <a:r>
              <a:rPr lang="en-US" sz="1600" dirty="0"/>
              <a:t>4. Challenges &amp; Solutions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53400" y="4724400"/>
            <a:ext cx="295719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5. Next Steps</a:t>
            </a:r>
            <a:endParaRPr sz="1500" dirty="0">
              <a:latin typeface="Tahoma"/>
              <a:cs typeface="Tahoma"/>
            </a:endParaRPr>
          </a:p>
        </p:txBody>
      </p:sp>
      <p:pic>
        <p:nvPicPr>
          <p:cNvPr id="15" name="object 3">
            <a:extLst>
              <a:ext uri="{FF2B5EF4-FFF2-40B4-BE49-F238E27FC236}">
                <a16:creationId xmlns:a16="http://schemas.microsoft.com/office/drawing/2014/main" id="{D7D0A32C-7644-45CA-98CA-35D025CA7A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1744" y="265876"/>
            <a:ext cx="1287268" cy="2855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Zendesk ↔ AWS Integration Progress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Tahoma"/>
                <a:cs typeface="Tahoma"/>
              </a:rPr>
              <a:t>Customer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success: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Support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Report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30.01.</a:t>
            </a:r>
            <a:r>
              <a:rPr lang="en-US" sz="800" spc="30" dirty="0">
                <a:latin typeface="Tahoma"/>
                <a:cs typeface="Tahoma"/>
              </a:rPr>
              <a:t>2025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was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✅ Successfully completed the first phase of Zendesk ↔ AWS integration.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1900" y="2643842"/>
            <a:ext cx="3412490" cy="15876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spc="50" dirty="0">
                <a:latin typeface="Tahoma"/>
                <a:cs typeface="Tahoma"/>
              </a:rPr>
              <a:t>Tickets created via Zendesk form are now automatically forwarded to AWS Support.</a:t>
            </a: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spc="50" dirty="0">
                <a:latin typeface="Tahoma"/>
                <a:cs typeface="Tahoma"/>
              </a:rPr>
              <a:t>AWS Support cases are updated in real-time.</a:t>
            </a: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spc="50" dirty="0">
                <a:latin typeface="Tahoma"/>
                <a:cs typeface="Tahoma"/>
              </a:rPr>
              <a:t>Implemented bidirectional synchronization for full status tracking.</a:t>
            </a: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spc="50" dirty="0">
                <a:latin typeface="Tahoma"/>
                <a:cs typeface="Tahoma"/>
              </a:rPr>
              <a:t>Rigorous testing conducted with real and test tickets.</a:t>
            </a: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spc="50" dirty="0">
                <a:latin typeface="Tahoma"/>
                <a:cs typeface="Tahoma"/>
              </a:rPr>
              <a:t>Fully documented the integration process in Notion.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CFCF76E-80C2-4B00-9813-A79EEF35F70D}"/>
              </a:ext>
            </a:extLst>
          </p:cNvPr>
          <p:cNvSpPr txBox="1"/>
          <p:nvPr/>
        </p:nvSpPr>
        <p:spPr>
          <a:xfrm>
            <a:off x="3852264" y="1578006"/>
            <a:ext cx="381000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✅ Second phase successfully completed:</a:t>
            </a:r>
          </a:p>
          <a:p>
            <a:endParaRPr lang="en-US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AWS Support status updates are now automatically reflected in corresponding Zendesk tickets.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Implemented AWS </a:t>
            </a:r>
            <a:r>
              <a:rPr lang="en-US" sz="11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EventBridge</a:t>
            </a:r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trigger updates in real time.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Enhanced data transfer to ensure ticket priority, comments, and attachments are synced seamlessly.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Adjusted API requests to align with AWS Support case parameters.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DA676F0-C8C2-4703-8E3D-32735A93FC9F}"/>
              </a:ext>
            </a:extLst>
          </p:cNvPr>
          <p:cNvSpPr txBox="1"/>
          <p:nvPr/>
        </p:nvSpPr>
        <p:spPr>
          <a:xfrm>
            <a:off x="379690" y="4619055"/>
            <a:ext cx="662940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✅ Zendesk ↔ AWS Integration Progress (Testing &amp; Finalization)</a:t>
            </a:r>
          </a:p>
          <a:p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Extensive end-to-end testing conducted: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Simulated multiple real-case scenarios for Zendesk → AWS and AWS → Zendesk flows.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Tested comment synchronization to prevent duplicate messages.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Validated priority mapping to ensure correct severity levels in AWS cases.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Verified attachment handling for smooth file transfers.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Debugged and resolved any edge-case issues to ensure stability.</a:t>
            </a:r>
            <a:br>
              <a:rPr lang="en-US" sz="1100" dirty="0"/>
            </a:br>
            <a:r>
              <a:rPr lang="en-US" sz="1100" dirty="0"/>
              <a:t>🚀 Integration is now fully operational and ready for production!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61972577-0EB5-4323-B772-0D7C42844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457200"/>
            <a:ext cx="2667000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NPS Tool Evaluation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Tahoma"/>
                <a:cs typeface="Tahoma"/>
              </a:rPr>
              <a:t>Customer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success: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Support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Report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30.01.</a:t>
            </a:r>
            <a:r>
              <a:rPr lang="en-US" sz="800" spc="30" dirty="0">
                <a:latin typeface="Tahoma"/>
                <a:cs typeface="Tahoma"/>
              </a:rPr>
              <a:t>2025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was news: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✅ NPS Research done, Prepared </a:t>
            </a:r>
            <a:r>
              <a:rPr lang="en-US" dirty="0">
                <a:hlinkClick r:id="rId2"/>
              </a:rPr>
              <a:t>notion document</a:t>
            </a:r>
            <a:endParaRPr lang="en-US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1900" y="2643842"/>
            <a:ext cx="3412490" cy="15876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spc="50" dirty="0" err="1">
                <a:latin typeface="Tahoma"/>
                <a:cs typeface="Tahoma"/>
              </a:rPr>
              <a:t>FullStory</a:t>
            </a:r>
            <a:r>
              <a:rPr lang="en-US" sz="1100" spc="50" dirty="0">
                <a:latin typeface="Tahoma"/>
                <a:cs typeface="Tahoma"/>
              </a:rPr>
              <a:t> and Canny do not support embedded survey widgets.</a:t>
            </a: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spc="50" dirty="0" err="1">
                <a:latin typeface="Tahoma"/>
                <a:cs typeface="Tahoma"/>
              </a:rPr>
              <a:t>SurveySparrow</a:t>
            </a:r>
            <a:r>
              <a:rPr lang="en-US" sz="1100" spc="50" dirty="0">
                <a:latin typeface="Tahoma"/>
                <a:cs typeface="Tahoma"/>
              </a:rPr>
              <a:t> selected as the best option due to pricing </a:t>
            </a:r>
            <a:r>
              <a:rPr lang="en-US" sz="1100" b="1" spc="50" dirty="0">
                <a:latin typeface="Tahoma"/>
                <a:cs typeface="Tahoma"/>
              </a:rPr>
              <a:t>($19/month), </a:t>
            </a:r>
            <a:r>
              <a:rPr lang="en-US" sz="1100" spc="50" dirty="0">
                <a:latin typeface="Tahoma"/>
                <a:cs typeface="Tahoma"/>
              </a:rPr>
              <a:t>easy integration, and user-friendly interface.</a:t>
            </a: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spc="50" dirty="0">
                <a:latin typeface="Tahoma"/>
                <a:cs typeface="Tahoma"/>
              </a:rPr>
              <a:t>Scheduled a meeting with </a:t>
            </a:r>
            <a:r>
              <a:rPr lang="en-US" sz="1100" spc="50" dirty="0" err="1">
                <a:latin typeface="Tahoma"/>
                <a:cs typeface="Tahoma"/>
              </a:rPr>
              <a:t>SurveySparrow</a:t>
            </a:r>
            <a:r>
              <a:rPr lang="en-US" sz="1100" spc="50" dirty="0">
                <a:latin typeface="Tahoma"/>
                <a:cs typeface="Tahoma"/>
              </a:rPr>
              <a:t> representatives to discuss implementation.</a:t>
            </a: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spc="50" dirty="0">
                <a:latin typeface="Tahoma"/>
                <a:cs typeface="Tahoma"/>
              </a:rPr>
              <a:t>Canny remains an option for collecting feedback, but lacks survey capabilities.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7D1910-50DB-4B53-97B6-C13954C8D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914400"/>
            <a:ext cx="7524750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980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Zendesk Ticket Management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Tahoma"/>
                <a:cs typeface="Tahoma"/>
              </a:rPr>
              <a:t>Customer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success: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Support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Report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30.01.</a:t>
            </a:r>
            <a:r>
              <a:rPr lang="en-US" sz="800" spc="30" dirty="0">
                <a:latin typeface="Tahoma"/>
                <a:cs typeface="Tahoma"/>
              </a:rPr>
              <a:t>2025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was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✅ Regular daily activities, providing support via Zendesk and Slack dedicated channels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1900" y="2643842"/>
            <a:ext cx="3412490" cy="17568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spc="50" dirty="0">
                <a:latin typeface="Tahoma"/>
                <a:cs typeface="Tahoma"/>
              </a:rPr>
              <a:t>Routed tickets to the appropriate teams.</a:t>
            </a: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spc="50" dirty="0">
                <a:latin typeface="Tahoma"/>
                <a:cs typeface="Tahoma"/>
              </a:rPr>
              <a:t>Investigated and resolved various issues reported by end users.</a:t>
            </a: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spc="50" dirty="0">
                <a:latin typeface="Tahoma"/>
                <a:cs typeface="Tahoma"/>
              </a:rPr>
              <a:t>Communicated directly with users to clarify and resolve their problems.</a:t>
            </a: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spc="50" dirty="0">
                <a:latin typeface="Tahoma"/>
                <a:cs typeface="Tahoma"/>
              </a:rPr>
              <a:t>Updated the 'New tickets to route' view by adding </a:t>
            </a:r>
            <a:r>
              <a:rPr lang="en-US" sz="1100" b="1" spc="50" dirty="0">
                <a:latin typeface="Tahoma"/>
                <a:cs typeface="Tahoma"/>
              </a:rPr>
              <a:t>ID</a:t>
            </a:r>
            <a:r>
              <a:rPr lang="en-US" sz="1100" spc="50" dirty="0">
                <a:latin typeface="Tahoma"/>
                <a:cs typeface="Tahoma"/>
              </a:rPr>
              <a:t> and </a:t>
            </a:r>
            <a:r>
              <a:rPr lang="en-US" sz="1100" b="1" spc="50" dirty="0">
                <a:latin typeface="Tahoma"/>
                <a:cs typeface="Tahoma"/>
              </a:rPr>
              <a:t>Updater</a:t>
            </a:r>
            <a:r>
              <a:rPr lang="en-US" sz="1100" spc="50" dirty="0">
                <a:latin typeface="Tahoma"/>
                <a:cs typeface="Tahoma"/>
              </a:rPr>
              <a:t> </a:t>
            </a:r>
            <a:r>
              <a:rPr lang="en-US" sz="1100" b="1" spc="50" dirty="0">
                <a:latin typeface="Tahoma"/>
                <a:cs typeface="Tahoma"/>
              </a:rPr>
              <a:t>fields</a:t>
            </a:r>
            <a:r>
              <a:rPr lang="en-US" sz="1100" spc="50" dirty="0">
                <a:latin typeface="Tahoma"/>
                <a:cs typeface="Tahoma"/>
              </a:rPr>
              <a:t> for better readability.</a:t>
            </a: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spc="50" dirty="0">
                <a:latin typeface="Tahoma"/>
                <a:cs typeface="Tahoma"/>
              </a:rPr>
              <a:t>Verified and corrected field IDs for dataset-related fields.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2B161C-C71E-4C89-B155-5203F2A93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320462"/>
            <a:ext cx="7848600" cy="447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09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Challenges &amp; Solutions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Tahoma"/>
                <a:cs typeface="Tahoma"/>
              </a:rPr>
              <a:t>Customer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success: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Support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Report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30.01.</a:t>
            </a:r>
            <a:r>
              <a:rPr lang="en-US" sz="800" spc="30" dirty="0">
                <a:latin typeface="Tahoma"/>
                <a:cs typeface="Tahoma"/>
              </a:rPr>
              <a:t>2025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was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14106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✅ Successfully done!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Bunch of coding, creativity, trying, testing and fun!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2850" y="2988649"/>
            <a:ext cx="3412490" cy="33316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spc="50" dirty="0">
                <a:latin typeface="Tahoma"/>
                <a:cs typeface="Tahoma"/>
              </a:rPr>
              <a:t>Endless comment loop (AWS ↔ Zendesk): Implemented “[From AWS]” and “[From Zendesk]” tags to prevent duplicates.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US" sz="1100" spc="50" dirty="0">
              <a:latin typeface="Tahoma"/>
              <a:cs typeface="Tahoma"/>
            </a:endParaRP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spc="50" dirty="0">
                <a:latin typeface="Tahoma"/>
                <a:cs typeface="Tahoma"/>
              </a:rPr>
              <a:t>Incorrect AWS API parameters: Adjusted API calls to comply with AWS Support API constraints.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US" sz="1100" spc="50" dirty="0">
              <a:latin typeface="Tahoma"/>
              <a:cs typeface="Tahoma"/>
            </a:endParaRP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spc="50" dirty="0">
                <a:latin typeface="Tahoma"/>
                <a:cs typeface="Tahoma"/>
              </a:rPr>
              <a:t>Permission issues with Lambda execution: Updated IAM policies to ensure Lambda could read/write to AWS Support and Zendesk.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US" sz="1100" spc="50" dirty="0">
              <a:latin typeface="Tahoma"/>
              <a:cs typeface="Tahoma"/>
            </a:endParaRP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spc="50" dirty="0">
                <a:latin typeface="Tahoma"/>
                <a:cs typeface="Tahoma"/>
              </a:rPr>
              <a:t>Ticket routing challenges: Enhanced query logic for retrieving AWS Case IDs from Zendesk tickets.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US" sz="1100" spc="50" dirty="0">
              <a:latin typeface="Tahoma"/>
              <a:cs typeface="Tahoma"/>
            </a:endParaRP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spc="50" dirty="0">
                <a:latin typeface="Tahoma"/>
                <a:cs typeface="Tahoma"/>
              </a:rPr>
              <a:t>Hyperlink field in Zendesk: Identified and corrected the field issue for dataset ID and hyperlink display.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1F619B-9F50-44E0-BF44-5DB95AC33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080" y="838200"/>
            <a:ext cx="6991900" cy="530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222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Next Steps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Tahoma"/>
                <a:cs typeface="Tahoma"/>
              </a:rPr>
              <a:t>Customer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success: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Support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Report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30.01.</a:t>
            </a:r>
            <a:r>
              <a:rPr lang="en-US" sz="800" spc="30" dirty="0">
                <a:latin typeface="Tahoma"/>
                <a:cs typeface="Tahoma"/>
              </a:rPr>
              <a:t>2025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will be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5370" y="1858172"/>
            <a:ext cx="3412490" cy="24852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spc="50" dirty="0">
                <a:latin typeface="Tahoma"/>
                <a:cs typeface="Tahoma"/>
              </a:rPr>
              <a:t>Continue optimizing </a:t>
            </a:r>
            <a:r>
              <a:rPr lang="en-US" sz="1100" b="1" spc="50" dirty="0">
                <a:latin typeface="Tahoma"/>
                <a:cs typeface="Tahoma"/>
              </a:rPr>
              <a:t>the Zendesk ↔ AWS integration.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US" sz="1100" b="1" spc="50" dirty="0">
              <a:latin typeface="Tahoma"/>
              <a:cs typeface="Tahoma"/>
            </a:endParaRP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spc="50" dirty="0">
                <a:latin typeface="Tahoma"/>
                <a:cs typeface="Tahoma"/>
              </a:rPr>
              <a:t>Se what next based on feedback from the </a:t>
            </a:r>
            <a:r>
              <a:rPr lang="en-US" sz="1100" b="1" spc="50" dirty="0" err="1">
                <a:latin typeface="Tahoma"/>
                <a:cs typeface="Tahoma"/>
              </a:rPr>
              <a:t>SurveySparrow</a:t>
            </a:r>
            <a:r>
              <a:rPr lang="en-US" sz="1100" spc="50" dirty="0">
                <a:latin typeface="Tahoma"/>
                <a:cs typeface="Tahoma"/>
              </a:rPr>
              <a:t> meeting.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US" sz="1100" spc="50" dirty="0">
              <a:latin typeface="Tahoma"/>
              <a:cs typeface="Tahoma"/>
            </a:endParaRP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spc="50" dirty="0">
                <a:latin typeface="Tahoma"/>
                <a:cs typeface="Tahoma"/>
              </a:rPr>
              <a:t>Further automate ticket routing and prioritization.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US" sz="1100" spc="50" dirty="0">
              <a:latin typeface="Tahoma"/>
              <a:cs typeface="Tahoma"/>
            </a:endParaRP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spc="50" dirty="0">
                <a:latin typeface="Tahoma"/>
                <a:cs typeface="Tahoma"/>
              </a:rPr>
              <a:t>Enhance documentation and ensure knowledge transfer within the team.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US" sz="1100" spc="50" dirty="0">
              <a:latin typeface="Tahoma"/>
              <a:cs typeface="Tahoma"/>
            </a:endParaRP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spc="50" dirty="0">
                <a:latin typeface="Tahoma"/>
                <a:cs typeface="Tahoma"/>
              </a:rPr>
              <a:t>Conduct a final round of testing before fully launching the integration.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1F619B-9F50-44E0-BF44-5DB95AC33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080" y="838200"/>
            <a:ext cx="6991900" cy="530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48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4888" y="2259134"/>
            <a:ext cx="35109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70" dirty="0"/>
              <a:t>Thank</a:t>
            </a:r>
            <a:r>
              <a:rPr sz="6000" spc="-509" dirty="0"/>
              <a:t> </a:t>
            </a:r>
            <a:r>
              <a:rPr sz="6000" spc="-310" dirty="0"/>
              <a:t>you!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914" y="1692574"/>
            <a:ext cx="3844118" cy="38441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E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724</TotalTime>
  <Words>716</Words>
  <Application>Microsoft Office PowerPoint</Application>
  <PresentationFormat>Widescreen</PresentationFormat>
  <Paragraphs>86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Tahoma</vt:lpstr>
      <vt:lpstr>Office Theme</vt:lpstr>
      <vt:lpstr>Abstra</vt:lpstr>
      <vt:lpstr>Agenda</vt:lpstr>
      <vt:lpstr>Zendesk ↔ AWS Integration Progress</vt:lpstr>
      <vt:lpstr>NPS Tool Evaluation</vt:lpstr>
      <vt:lpstr>Zendesk Ticket Management</vt:lpstr>
      <vt:lpstr>Challenges &amp; Solutions</vt:lpstr>
      <vt:lpstr>Next Steps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success: Monthly Support Report - December 2024</dc:title>
  <dc:creator>LM_Win10</dc:creator>
  <cp:lastModifiedBy>Lazar Milicevic</cp:lastModifiedBy>
  <cp:revision>7</cp:revision>
  <dcterms:created xsi:type="dcterms:W3CDTF">2025-01-30T08:33:59Z</dcterms:created>
  <dcterms:modified xsi:type="dcterms:W3CDTF">2025-02-03T16:07:37Z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2025-01-30T00:00:00Z</vt:filetime>
  </property>
  <property fmtid="{D5CDD505-2E9C-101B-9397-08002B2CF9AE}" pid="3" name="Creator">
    <vt:lpwstr>Google</vt:lpwstr>
  </property>
  <property fmtid="{D5CDD505-2E9C-101B-9397-08002B2CF9AE}" pid="4" name="LastSaved">
    <vt:filetime>2025-01-30T00:00:00Z</vt:filetime>
  </property>
</Properties>
</file>